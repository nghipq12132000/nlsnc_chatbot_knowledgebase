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 id="2147483652" r:id="rId6"/>
    <p:sldMasterId id="2147483665" r:id="rId7"/>
    <p:sldMasterId id="2147483678"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Lst>
  <p:sldSz cy="6858000" cx="9144000"/>
  <p:notesSz cx="6858000" cy="9144000"/>
  <p:embeddedFontLst>
    <p:embeddedFont>
      <p:font typeface="Roboto"/>
      <p:regular r:id="rId35"/>
      <p:bold r:id="rId36"/>
      <p:italic r:id="rId37"/>
      <p:boldItalic r:id="rId38"/>
    </p:embeddedFont>
    <p:embeddedFont>
      <p:font typeface="Helvetica Neue"/>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43" roundtripDataSignature="AMtx7mivyDQcAf9c1VR3HoKMPxL5l5FO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bold.fntdata"/><Relationship Id="rId20" Type="http://schemas.openxmlformats.org/officeDocument/2006/relationships/slide" Target="slides/slide11.xml"/><Relationship Id="rId42" Type="http://schemas.openxmlformats.org/officeDocument/2006/relationships/font" Target="fonts/HelveticaNeue-boldItalic.fntdata"/><Relationship Id="rId41" Type="http://schemas.openxmlformats.org/officeDocument/2006/relationships/font" Target="fonts/HelveticaNeue-italic.fntdata"/><Relationship Id="rId22" Type="http://schemas.openxmlformats.org/officeDocument/2006/relationships/slide" Target="slides/slide13.xml"/><Relationship Id="rId21" Type="http://schemas.openxmlformats.org/officeDocument/2006/relationships/slide" Target="slides/slide12.xml"/><Relationship Id="rId43" Type="http://customschemas.google.com/relationships/presentationmetadata" Target="metadata"/><Relationship Id="rId24" Type="http://schemas.openxmlformats.org/officeDocument/2006/relationships/slide" Target="slides/slide15.xml"/><Relationship Id="rId23" Type="http://schemas.openxmlformats.org/officeDocument/2006/relationships/slide" Target="slides/slide14.xml"/><Relationship Id="rId1" Type="http://schemas.openxmlformats.org/officeDocument/2006/relationships/theme" Target="theme/theme6.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0.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2.xml"/><Relationship Id="rId30" Type="http://schemas.openxmlformats.org/officeDocument/2006/relationships/slide" Target="slides/slide21.xml"/><Relationship Id="rId11" Type="http://schemas.openxmlformats.org/officeDocument/2006/relationships/slide" Target="slides/slide2.xml"/><Relationship Id="rId33" Type="http://schemas.openxmlformats.org/officeDocument/2006/relationships/slide" Target="slides/slide24.xml"/><Relationship Id="rId10" Type="http://schemas.openxmlformats.org/officeDocument/2006/relationships/slide" Target="slides/slide1.xml"/><Relationship Id="rId32" Type="http://schemas.openxmlformats.org/officeDocument/2006/relationships/slide" Target="slides/slide23.xml"/><Relationship Id="rId13" Type="http://schemas.openxmlformats.org/officeDocument/2006/relationships/slide" Target="slides/slide4.xml"/><Relationship Id="rId35" Type="http://schemas.openxmlformats.org/officeDocument/2006/relationships/font" Target="fonts/Roboto-regular.fntdata"/><Relationship Id="rId12" Type="http://schemas.openxmlformats.org/officeDocument/2006/relationships/slide" Target="slides/slide3.xml"/><Relationship Id="rId34" Type="http://schemas.openxmlformats.org/officeDocument/2006/relationships/slide" Target="slides/slide25.xml"/><Relationship Id="rId15" Type="http://schemas.openxmlformats.org/officeDocument/2006/relationships/slide" Target="slides/slide6.xml"/><Relationship Id="rId37" Type="http://schemas.openxmlformats.org/officeDocument/2006/relationships/font" Target="fonts/Roboto-italic.fntdata"/><Relationship Id="rId14" Type="http://schemas.openxmlformats.org/officeDocument/2006/relationships/slide" Target="slides/slide5.xml"/><Relationship Id="rId36" Type="http://schemas.openxmlformats.org/officeDocument/2006/relationships/font" Target="fonts/Roboto-bold.fntdata"/><Relationship Id="rId17" Type="http://schemas.openxmlformats.org/officeDocument/2006/relationships/slide" Target="slides/slide8.xml"/><Relationship Id="rId39" Type="http://schemas.openxmlformats.org/officeDocument/2006/relationships/font" Target="fonts/HelveticaNeue-regular.fntdata"/><Relationship Id="rId16" Type="http://schemas.openxmlformats.org/officeDocument/2006/relationships/slide" Target="slides/slide7.xml"/><Relationship Id="rId38" Type="http://schemas.openxmlformats.org/officeDocument/2006/relationships/font" Target="fonts/Roboto-boldItalic.fntdata"/><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4" name="Google Shape;4;n"/>
          <p:cNvSpPr txBox="1"/>
          <p:nvPr>
            <p:ph idx="10" type="dt"/>
          </p:nvPr>
        </p:nvSpPr>
        <p:spPr>
          <a:xfrm>
            <a:off x="3884612" y="0"/>
            <a:ext cx="2971800" cy="458787"/>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8" name="Google Shape;8;n"/>
          <p:cNvSpPr txBox="1"/>
          <p:nvPr>
            <p:ph idx="12" type="sldNum"/>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54" name="Google Shape;15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55" name="Google Shape;155;p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62" name="Google Shape;16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3: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marR="38100" rtl="0" algn="l">
              <a:lnSpc>
                <a:spcPct val="133333"/>
              </a:lnSpc>
              <a:spcBef>
                <a:spcPts val="0"/>
              </a:spcBef>
              <a:spcAft>
                <a:spcPts val="0"/>
              </a:spcAft>
              <a:buClr>
                <a:schemeClr val="dk1"/>
              </a:buClr>
              <a:buSzPts val="1100"/>
              <a:buFont typeface="Arial"/>
              <a:buNone/>
            </a:pPr>
            <a:r>
              <a:t/>
            </a:r>
            <a:endParaRPr sz="1150">
              <a:solidFill>
                <a:srgbClr val="5F6368"/>
              </a:solidFill>
              <a:highlight>
                <a:srgbClr val="FFFFFF"/>
              </a:highlight>
              <a:latin typeface="Roboto"/>
              <a:ea typeface="Roboto"/>
              <a:cs typeface="Roboto"/>
              <a:sym typeface="Roboto"/>
            </a:endParaRPr>
          </a:p>
        </p:txBody>
      </p:sp>
      <p:sp>
        <p:nvSpPr>
          <p:cNvPr id="184" name="Google Shape;184;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 </a:t>
            </a:r>
            <a:endParaRPr/>
          </a:p>
        </p:txBody>
      </p:sp>
      <p:sp>
        <p:nvSpPr>
          <p:cNvPr id="265" name="Google Shape;265;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8" name="Shape 18"/>
        <p:cNvGrpSpPr/>
        <p:nvPr/>
      </p:nvGrpSpPr>
      <p:grpSpPr>
        <a:xfrm>
          <a:off x="0" y="0"/>
          <a:ext cx="0" cy="0"/>
          <a:chOff x="0" y="0"/>
          <a:chExt cx="0" cy="0"/>
        </a:xfrm>
      </p:grpSpPr>
      <p:sp>
        <p:nvSpPr>
          <p:cNvPr id="19" name="Google Shape;19;p34"/>
          <p:cNvSpPr txBox="1"/>
          <p:nvPr>
            <p:ph type="ctrTitle"/>
          </p:nvPr>
        </p:nvSpPr>
        <p:spPr>
          <a:xfrm>
            <a:off x="1554480" y="4043422"/>
            <a:ext cx="7524406" cy="62859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SzPts val="1400"/>
              <a:buNone/>
              <a:defRPr b="1" sz="3200">
                <a:latin typeface="Verdana"/>
                <a:ea typeface="Verdana"/>
                <a:cs typeface="Verdana"/>
                <a:sym typeface="Verdana"/>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0" name="Google Shape;20;p34"/>
          <p:cNvSpPr txBox="1"/>
          <p:nvPr>
            <p:ph idx="1" type="subTitle"/>
          </p:nvPr>
        </p:nvSpPr>
        <p:spPr>
          <a:xfrm>
            <a:off x="1474788" y="3395883"/>
            <a:ext cx="6526212" cy="573108"/>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accent5"/>
              </a:buClr>
              <a:buSzPts val="2800"/>
              <a:buNone/>
              <a:defRPr sz="2800">
                <a:solidFill>
                  <a:schemeClr val="accent5"/>
                </a:solidFill>
              </a:defRPr>
            </a:lvl1pPr>
            <a:lvl2pPr lvl="1" algn="ctr">
              <a:lnSpc>
                <a:spcPct val="90000"/>
              </a:lnSpc>
              <a:spcBef>
                <a:spcPts val="500"/>
              </a:spcBef>
              <a:spcAft>
                <a:spcPts val="0"/>
              </a:spcAft>
              <a:buClr>
                <a:schemeClr val="dk1"/>
              </a:buClr>
              <a:buSzPts val="1600"/>
              <a:buNone/>
              <a:defRPr sz="2000"/>
            </a:lvl2pPr>
            <a:lvl3pPr lvl="2" algn="ctr">
              <a:lnSpc>
                <a:spcPct val="90000"/>
              </a:lnSpc>
              <a:spcBef>
                <a:spcPts val="500"/>
              </a:spcBef>
              <a:spcAft>
                <a:spcPts val="0"/>
              </a:spcAft>
              <a:buClr>
                <a:schemeClr val="dk1"/>
              </a:buClr>
              <a:buSzPts val="126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36"/>
          <p:cNvSpPr txBox="1"/>
          <p:nvPr>
            <p:ph type="title"/>
          </p:nvPr>
        </p:nvSpPr>
        <p:spPr>
          <a:xfrm>
            <a:off x="457200" y="365125"/>
            <a:ext cx="7954962" cy="6381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5" name="Google Shape;35;p36"/>
          <p:cNvSpPr txBox="1"/>
          <p:nvPr>
            <p:ph idx="1" type="body"/>
          </p:nvPr>
        </p:nvSpPr>
        <p:spPr>
          <a:xfrm>
            <a:off x="457200" y="1279525"/>
            <a:ext cx="8412162" cy="521176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20040" lvl="1" marL="914400" algn="l">
              <a:lnSpc>
                <a:spcPct val="90000"/>
              </a:lnSpc>
              <a:spcBef>
                <a:spcPts val="500"/>
              </a:spcBef>
              <a:spcAft>
                <a:spcPts val="0"/>
              </a:spcAft>
              <a:buClr>
                <a:schemeClr val="dk1"/>
              </a:buClr>
              <a:buSzPts val="1440"/>
              <a:buChar char="▪"/>
              <a:defRPr/>
            </a:lvl2pPr>
            <a:lvl3pPr indent="-308610" lvl="2" marL="1371600" algn="l">
              <a:lnSpc>
                <a:spcPct val="90000"/>
              </a:lnSpc>
              <a:spcBef>
                <a:spcPts val="500"/>
              </a:spcBef>
              <a:spcAft>
                <a:spcPts val="0"/>
              </a:spcAft>
              <a:buClr>
                <a:schemeClr val="dk1"/>
              </a:buClr>
              <a:buSzPts val="1260"/>
              <a:buChar char="o"/>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6"/>
          <p:cNvSpPr txBox="1"/>
          <p:nvPr>
            <p:ph idx="10" type="dt"/>
          </p:nvPr>
        </p:nvSpPr>
        <p:spPr>
          <a:xfrm>
            <a:off x="474662" y="31750"/>
            <a:ext cx="7772400" cy="23336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6"/>
          <p:cNvSpPr txBox="1"/>
          <p:nvPr>
            <p:ph idx="11" type="ftr"/>
          </p:nvPr>
        </p:nvSpPr>
        <p:spPr>
          <a:xfrm>
            <a:off x="549275" y="6488112"/>
            <a:ext cx="8320087" cy="23336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6"/>
          <p:cNvSpPr txBox="1"/>
          <p:nvPr>
            <p:ph idx="12" type="sldNum"/>
          </p:nvPr>
        </p:nvSpPr>
        <p:spPr>
          <a:xfrm>
            <a:off x="4119562" y="6488112"/>
            <a:ext cx="1268412" cy="233362"/>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ct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ct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ct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ct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ct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ct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ct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ct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7" name="Shape 47"/>
        <p:cNvGrpSpPr/>
        <p:nvPr/>
      </p:nvGrpSpPr>
      <p:grpSpPr>
        <a:xfrm>
          <a:off x="0" y="0"/>
          <a:ext cx="0" cy="0"/>
          <a:chOff x="0" y="0"/>
          <a:chExt cx="0" cy="0"/>
        </a:xfrm>
      </p:grpSpPr>
      <p:sp>
        <p:nvSpPr>
          <p:cNvPr id="48" name="Google Shape;48;p42"/>
          <p:cNvSpPr txBox="1"/>
          <p:nvPr>
            <p:ph type="title"/>
          </p:nvPr>
        </p:nvSpPr>
        <p:spPr>
          <a:xfrm>
            <a:off x="849312" y="0"/>
            <a:ext cx="8110537" cy="609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2"/>
          <p:cNvSpPr txBox="1"/>
          <p:nvPr>
            <p:ph idx="1" type="body"/>
          </p:nvPr>
        </p:nvSpPr>
        <p:spPr>
          <a:xfrm>
            <a:off x="650875" y="981075"/>
            <a:ext cx="8175625" cy="554355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462"/>
              </a:spcBef>
              <a:spcAft>
                <a:spcPts val="0"/>
              </a:spcAft>
              <a:buClr>
                <a:schemeClr val="dk1"/>
              </a:buClr>
              <a:buSzPts val="1800"/>
              <a:buChar char="•"/>
              <a:defRPr/>
            </a:lvl6pPr>
            <a:lvl7pPr indent="-342900" lvl="6" marL="3200400" algn="l">
              <a:lnSpc>
                <a:spcPct val="90000"/>
              </a:lnSpc>
              <a:spcBef>
                <a:spcPts val="462"/>
              </a:spcBef>
              <a:spcAft>
                <a:spcPts val="0"/>
              </a:spcAft>
              <a:buClr>
                <a:schemeClr val="dk1"/>
              </a:buClr>
              <a:buSzPts val="1800"/>
              <a:buChar char="•"/>
              <a:defRPr/>
            </a:lvl7pPr>
            <a:lvl8pPr indent="-342900" lvl="7" marL="3657600" algn="l">
              <a:lnSpc>
                <a:spcPct val="90000"/>
              </a:lnSpc>
              <a:spcBef>
                <a:spcPts val="462"/>
              </a:spcBef>
              <a:spcAft>
                <a:spcPts val="0"/>
              </a:spcAft>
              <a:buClr>
                <a:schemeClr val="dk1"/>
              </a:buClr>
              <a:buSzPts val="1800"/>
              <a:buChar char="•"/>
              <a:defRPr/>
            </a:lvl8pPr>
            <a:lvl9pPr indent="-342900" lvl="8" marL="4114800" algn="l">
              <a:lnSpc>
                <a:spcPct val="90000"/>
              </a:lnSpc>
              <a:spcBef>
                <a:spcPts val="462"/>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50" name="Shape 50"/>
        <p:cNvGrpSpPr/>
        <p:nvPr/>
      </p:nvGrpSpPr>
      <p:grpSpPr>
        <a:xfrm>
          <a:off x="0" y="0"/>
          <a:ext cx="0" cy="0"/>
          <a:chOff x="0" y="0"/>
          <a:chExt cx="0" cy="0"/>
        </a:xfrm>
      </p:grpSpPr>
      <p:sp>
        <p:nvSpPr>
          <p:cNvPr id="51" name="Google Shape;51;p69"/>
          <p:cNvSpPr txBox="1"/>
          <p:nvPr>
            <p:ph type="title"/>
          </p:nvPr>
        </p:nvSpPr>
        <p:spPr>
          <a:xfrm>
            <a:off x="849924" y="0"/>
            <a:ext cx="8109438" cy="609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9"/>
          <p:cNvSpPr txBox="1"/>
          <p:nvPr>
            <p:ph idx="1" type="body"/>
          </p:nvPr>
        </p:nvSpPr>
        <p:spPr>
          <a:xfrm>
            <a:off x="650631" y="981075"/>
            <a:ext cx="4016620" cy="554355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462"/>
              </a:spcBef>
              <a:spcAft>
                <a:spcPts val="0"/>
              </a:spcAft>
              <a:buClr>
                <a:schemeClr val="dk1"/>
              </a:buClr>
              <a:buSzPts val="1800"/>
              <a:buChar char="•"/>
              <a:defRPr/>
            </a:lvl6pPr>
            <a:lvl7pPr indent="-342900" lvl="6" marL="3200400" algn="l">
              <a:lnSpc>
                <a:spcPct val="90000"/>
              </a:lnSpc>
              <a:spcBef>
                <a:spcPts val="462"/>
              </a:spcBef>
              <a:spcAft>
                <a:spcPts val="0"/>
              </a:spcAft>
              <a:buClr>
                <a:schemeClr val="dk1"/>
              </a:buClr>
              <a:buSzPts val="1800"/>
              <a:buChar char="•"/>
              <a:defRPr/>
            </a:lvl7pPr>
            <a:lvl8pPr indent="-342900" lvl="7" marL="3657600" algn="l">
              <a:lnSpc>
                <a:spcPct val="90000"/>
              </a:lnSpc>
              <a:spcBef>
                <a:spcPts val="462"/>
              </a:spcBef>
              <a:spcAft>
                <a:spcPts val="0"/>
              </a:spcAft>
              <a:buClr>
                <a:schemeClr val="dk1"/>
              </a:buClr>
              <a:buSzPts val="1800"/>
              <a:buChar char="•"/>
              <a:defRPr/>
            </a:lvl8pPr>
            <a:lvl9pPr indent="-342900" lvl="8" marL="4114800" algn="l">
              <a:lnSpc>
                <a:spcPct val="90000"/>
              </a:lnSpc>
              <a:spcBef>
                <a:spcPts val="462"/>
              </a:spcBef>
              <a:spcAft>
                <a:spcPts val="0"/>
              </a:spcAft>
              <a:buClr>
                <a:schemeClr val="dk1"/>
              </a:buClr>
              <a:buSzPts val="1800"/>
              <a:buChar char="•"/>
              <a:defRPr/>
            </a:lvl9pPr>
          </a:lstStyle>
          <a:p/>
        </p:txBody>
      </p:sp>
      <p:sp>
        <p:nvSpPr>
          <p:cNvPr id="53" name="Google Shape;53;p69"/>
          <p:cNvSpPr txBox="1"/>
          <p:nvPr>
            <p:ph idx="2" type="body"/>
          </p:nvPr>
        </p:nvSpPr>
        <p:spPr>
          <a:xfrm>
            <a:off x="4807928" y="981075"/>
            <a:ext cx="4018085" cy="554355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462"/>
              </a:spcBef>
              <a:spcAft>
                <a:spcPts val="0"/>
              </a:spcAft>
              <a:buClr>
                <a:schemeClr val="dk1"/>
              </a:buClr>
              <a:buSzPts val="1800"/>
              <a:buChar char="•"/>
              <a:defRPr/>
            </a:lvl6pPr>
            <a:lvl7pPr indent="-342900" lvl="6" marL="3200400" algn="l">
              <a:lnSpc>
                <a:spcPct val="90000"/>
              </a:lnSpc>
              <a:spcBef>
                <a:spcPts val="462"/>
              </a:spcBef>
              <a:spcAft>
                <a:spcPts val="0"/>
              </a:spcAft>
              <a:buClr>
                <a:schemeClr val="dk1"/>
              </a:buClr>
              <a:buSzPts val="1800"/>
              <a:buChar char="•"/>
              <a:defRPr/>
            </a:lvl7pPr>
            <a:lvl8pPr indent="-342900" lvl="7" marL="3657600" algn="l">
              <a:lnSpc>
                <a:spcPct val="90000"/>
              </a:lnSpc>
              <a:spcBef>
                <a:spcPts val="462"/>
              </a:spcBef>
              <a:spcAft>
                <a:spcPts val="0"/>
              </a:spcAft>
              <a:buClr>
                <a:schemeClr val="dk1"/>
              </a:buClr>
              <a:buSzPts val="1800"/>
              <a:buChar char="•"/>
              <a:defRPr/>
            </a:lvl8pPr>
            <a:lvl9pPr indent="-342900" lvl="8" marL="4114800" algn="l">
              <a:lnSpc>
                <a:spcPct val="90000"/>
              </a:lnSpc>
              <a:spcBef>
                <a:spcPts val="462"/>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4" name="Shape 54"/>
        <p:cNvGrpSpPr/>
        <p:nvPr/>
      </p:nvGrpSpPr>
      <p:grpSpPr>
        <a:xfrm>
          <a:off x="0" y="0"/>
          <a:ext cx="0" cy="0"/>
          <a:chOff x="0" y="0"/>
          <a:chExt cx="0" cy="0"/>
        </a:xfrm>
      </p:grpSpPr>
      <p:sp>
        <p:nvSpPr>
          <p:cNvPr id="55" name="Google Shape;55;p70"/>
          <p:cNvSpPr txBox="1"/>
          <p:nvPr>
            <p:ph type="title"/>
          </p:nvPr>
        </p:nvSpPr>
        <p:spPr>
          <a:xfrm rot="5400000">
            <a:off x="4658824" y="2224089"/>
            <a:ext cx="6524625" cy="20764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70"/>
          <p:cNvSpPr txBox="1"/>
          <p:nvPr>
            <p:ph idx="1" type="body"/>
          </p:nvPr>
        </p:nvSpPr>
        <p:spPr>
          <a:xfrm rot="5400000">
            <a:off x="434121" y="216511"/>
            <a:ext cx="6524625" cy="6091604"/>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462"/>
              </a:spcBef>
              <a:spcAft>
                <a:spcPts val="0"/>
              </a:spcAft>
              <a:buClr>
                <a:schemeClr val="dk1"/>
              </a:buClr>
              <a:buSzPts val="1800"/>
              <a:buChar char="•"/>
              <a:defRPr/>
            </a:lvl6pPr>
            <a:lvl7pPr indent="-342900" lvl="6" marL="3200400" algn="l">
              <a:lnSpc>
                <a:spcPct val="90000"/>
              </a:lnSpc>
              <a:spcBef>
                <a:spcPts val="462"/>
              </a:spcBef>
              <a:spcAft>
                <a:spcPts val="0"/>
              </a:spcAft>
              <a:buClr>
                <a:schemeClr val="dk1"/>
              </a:buClr>
              <a:buSzPts val="1800"/>
              <a:buChar char="•"/>
              <a:defRPr/>
            </a:lvl7pPr>
            <a:lvl8pPr indent="-342900" lvl="7" marL="3657600" algn="l">
              <a:lnSpc>
                <a:spcPct val="90000"/>
              </a:lnSpc>
              <a:spcBef>
                <a:spcPts val="462"/>
              </a:spcBef>
              <a:spcAft>
                <a:spcPts val="0"/>
              </a:spcAft>
              <a:buClr>
                <a:schemeClr val="dk1"/>
              </a:buClr>
              <a:buSzPts val="1800"/>
              <a:buChar char="•"/>
              <a:defRPr/>
            </a:lvl8pPr>
            <a:lvl9pPr indent="-342900" lvl="8" marL="4114800" algn="l">
              <a:lnSpc>
                <a:spcPct val="90000"/>
              </a:lnSpc>
              <a:spcBef>
                <a:spcPts val="462"/>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7" name="Shape 57"/>
        <p:cNvGrpSpPr/>
        <p:nvPr/>
      </p:nvGrpSpPr>
      <p:grpSpPr>
        <a:xfrm>
          <a:off x="0" y="0"/>
          <a:ext cx="0" cy="0"/>
          <a:chOff x="0" y="0"/>
          <a:chExt cx="0" cy="0"/>
        </a:xfrm>
      </p:grpSpPr>
      <p:sp>
        <p:nvSpPr>
          <p:cNvPr id="58" name="Google Shape;58;p71"/>
          <p:cNvSpPr txBox="1"/>
          <p:nvPr>
            <p:ph type="title"/>
          </p:nvPr>
        </p:nvSpPr>
        <p:spPr>
          <a:xfrm>
            <a:off x="849312" y="0"/>
            <a:ext cx="8110537" cy="609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1"/>
          <p:cNvSpPr txBox="1"/>
          <p:nvPr>
            <p:ph idx="1" type="body"/>
          </p:nvPr>
        </p:nvSpPr>
        <p:spPr>
          <a:xfrm rot="5400000">
            <a:off x="1966913" y="-334962"/>
            <a:ext cx="5543550" cy="81756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462"/>
              </a:spcBef>
              <a:spcAft>
                <a:spcPts val="0"/>
              </a:spcAft>
              <a:buClr>
                <a:schemeClr val="dk1"/>
              </a:buClr>
              <a:buSzPts val="1800"/>
              <a:buChar char="•"/>
              <a:defRPr/>
            </a:lvl6pPr>
            <a:lvl7pPr indent="-342900" lvl="6" marL="3200400" algn="l">
              <a:lnSpc>
                <a:spcPct val="90000"/>
              </a:lnSpc>
              <a:spcBef>
                <a:spcPts val="462"/>
              </a:spcBef>
              <a:spcAft>
                <a:spcPts val="0"/>
              </a:spcAft>
              <a:buClr>
                <a:schemeClr val="dk1"/>
              </a:buClr>
              <a:buSzPts val="1800"/>
              <a:buChar char="•"/>
              <a:defRPr/>
            </a:lvl7pPr>
            <a:lvl8pPr indent="-342900" lvl="7" marL="3657600" algn="l">
              <a:lnSpc>
                <a:spcPct val="90000"/>
              </a:lnSpc>
              <a:spcBef>
                <a:spcPts val="462"/>
              </a:spcBef>
              <a:spcAft>
                <a:spcPts val="0"/>
              </a:spcAft>
              <a:buClr>
                <a:schemeClr val="dk1"/>
              </a:buClr>
              <a:buSzPts val="1800"/>
              <a:buChar char="•"/>
              <a:defRPr/>
            </a:lvl8pPr>
            <a:lvl9pPr indent="-342900" lvl="8" marL="4114800" algn="l">
              <a:lnSpc>
                <a:spcPct val="90000"/>
              </a:lnSpc>
              <a:spcBef>
                <a:spcPts val="462"/>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0" name="Shape 60"/>
        <p:cNvGrpSpPr/>
        <p:nvPr/>
      </p:nvGrpSpPr>
      <p:grpSpPr>
        <a:xfrm>
          <a:off x="0" y="0"/>
          <a:ext cx="0" cy="0"/>
          <a:chOff x="0" y="0"/>
          <a:chExt cx="0" cy="0"/>
        </a:xfrm>
      </p:grpSpPr>
      <p:sp>
        <p:nvSpPr>
          <p:cNvPr id="61" name="Google Shape;61;p72"/>
          <p:cNvSpPr txBox="1"/>
          <p:nvPr>
            <p:ph type="title"/>
          </p:nvPr>
        </p:nvSpPr>
        <p:spPr>
          <a:xfrm>
            <a:off x="630115" y="457200"/>
            <a:ext cx="2948354" cy="1600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954"/>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72"/>
          <p:cNvSpPr/>
          <p:nvPr>
            <p:ph idx="2" type="pic"/>
          </p:nvPr>
        </p:nvSpPr>
        <p:spPr>
          <a:xfrm>
            <a:off x="3887666" y="987426"/>
            <a:ext cx="4629150" cy="4873625"/>
          </a:xfrm>
          <a:prstGeom prst="rect">
            <a:avLst/>
          </a:prstGeom>
          <a:noFill/>
          <a:ln>
            <a:noFill/>
          </a:ln>
        </p:spPr>
      </p:sp>
      <p:sp>
        <p:nvSpPr>
          <p:cNvPr id="63" name="Google Shape;63;p72"/>
          <p:cNvSpPr txBox="1"/>
          <p:nvPr>
            <p:ph idx="1" type="body"/>
          </p:nvPr>
        </p:nvSpPr>
        <p:spPr>
          <a:xfrm>
            <a:off x="630115" y="2057400"/>
            <a:ext cx="2948354" cy="3811588"/>
          </a:xfrm>
          <a:prstGeom prst="rect">
            <a:avLst/>
          </a:prstGeom>
          <a:noFill/>
          <a:ln>
            <a:noFill/>
          </a:ln>
        </p:spPr>
        <p:txBody>
          <a:bodyPr anchorCtr="0" anchor="t" bIns="45700" lIns="91425" spcFirstLastPara="1" rIns="91425" wrap="square" tIns="45700">
            <a:noAutofit/>
          </a:bodyPr>
          <a:lstStyle>
            <a:lvl1pPr indent="-228600" lvl="0" marL="457200" algn="l">
              <a:spcBef>
                <a:spcPts val="295"/>
              </a:spcBef>
              <a:spcAft>
                <a:spcPts val="0"/>
              </a:spcAft>
              <a:buSzPts val="1477"/>
              <a:buNone/>
              <a:defRPr sz="1477"/>
            </a:lvl1pPr>
            <a:lvl2pPr indent="-228600" lvl="1" marL="914400" algn="l">
              <a:spcBef>
                <a:spcPts val="258"/>
              </a:spcBef>
              <a:spcAft>
                <a:spcPts val="0"/>
              </a:spcAft>
              <a:buClr>
                <a:schemeClr val="dk1"/>
              </a:buClr>
              <a:buSzPts val="1292"/>
              <a:buNone/>
              <a:defRPr sz="1292"/>
            </a:lvl2pPr>
            <a:lvl3pPr indent="-228600" lvl="2" marL="1371600" algn="l">
              <a:spcBef>
                <a:spcPts val="222"/>
              </a:spcBef>
              <a:spcAft>
                <a:spcPts val="0"/>
              </a:spcAft>
              <a:buClr>
                <a:schemeClr val="dk1"/>
              </a:buClr>
              <a:buSzPts val="1108"/>
              <a:buNone/>
              <a:defRPr sz="1108"/>
            </a:lvl3pPr>
            <a:lvl4pPr indent="-228600" lvl="3" marL="1828800" algn="l">
              <a:spcBef>
                <a:spcPts val="185"/>
              </a:spcBef>
              <a:spcAft>
                <a:spcPts val="0"/>
              </a:spcAft>
              <a:buClr>
                <a:schemeClr val="dk1"/>
              </a:buClr>
              <a:buSzPts val="923"/>
              <a:buFont typeface="Arial"/>
              <a:buNone/>
              <a:defRPr sz="922"/>
            </a:lvl4pPr>
            <a:lvl5pPr indent="-228600" lvl="4" marL="2286000" algn="l">
              <a:spcBef>
                <a:spcPts val="185"/>
              </a:spcBef>
              <a:spcAft>
                <a:spcPts val="0"/>
              </a:spcAft>
              <a:buClr>
                <a:schemeClr val="dk1"/>
              </a:buClr>
              <a:buSzPts val="923"/>
              <a:buFont typeface="Arial"/>
              <a:buNone/>
              <a:defRPr sz="922"/>
            </a:lvl5pPr>
            <a:lvl6pPr indent="-228600" lvl="5" marL="2743200" algn="l">
              <a:lnSpc>
                <a:spcPct val="90000"/>
              </a:lnSpc>
              <a:spcBef>
                <a:spcPts val="462"/>
              </a:spcBef>
              <a:spcAft>
                <a:spcPts val="0"/>
              </a:spcAft>
              <a:buClr>
                <a:schemeClr val="dk1"/>
              </a:buClr>
              <a:buSzPts val="923"/>
              <a:buNone/>
              <a:defRPr sz="922"/>
            </a:lvl6pPr>
            <a:lvl7pPr indent="-228600" lvl="6" marL="3200400" algn="l">
              <a:lnSpc>
                <a:spcPct val="90000"/>
              </a:lnSpc>
              <a:spcBef>
                <a:spcPts val="462"/>
              </a:spcBef>
              <a:spcAft>
                <a:spcPts val="0"/>
              </a:spcAft>
              <a:buClr>
                <a:schemeClr val="dk1"/>
              </a:buClr>
              <a:buSzPts val="923"/>
              <a:buNone/>
              <a:defRPr sz="922"/>
            </a:lvl7pPr>
            <a:lvl8pPr indent="-228600" lvl="7" marL="3657600" algn="l">
              <a:lnSpc>
                <a:spcPct val="90000"/>
              </a:lnSpc>
              <a:spcBef>
                <a:spcPts val="462"/>
              </a:spcBef>
              <a:spcAft>
                <a:spcPts val="0"/>
              </a:spcAft>
              <a:buClr>
                <a:schemeClr val="dk1"/>
              </a:buClr>
              <a:buSzPts val="923"/>
              <a:buNone/>
              <a:defRPr sz="922"/>
            </a:lvl8pPr>
            <a:lvl9pPr indent="-228600" lvl="8" marL="4114800" algn="l">
              <a:lnSpc>
                <a:spcPct val="90000"/>
              </a:lnSpc>
              <a:spcBef>
                <a:spcPts val="462"/>
              </a:spcBef>
              <a:spcAft>
                <a:spcPts val="0"/>
              </a:spcAft>
              <a:buClr>
                <a:schemeClr val="dk1"/>
              </a:buClr>
              <a:buSzPts val="923"/>
              <a:buNone/>
              <a:defRPr sz="922"/>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73"/>
          <p:cNvSpPr txBox="1"/>
          <p:nvPr>
            <p:ph type="title"/>
          </p:nvPr>
        </p:nvSpPr>
        <p:spPr>
          <a:xfrm>
            <a:off x="630115" y="457200"/>
            <a:ext cx="2948354" cy="1600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954"/>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73"/>
          <p:cNvSpPr txBox="1"/>
          <p:nvPr>
            <p:ph idx="1" type="body"/>
          </p:nvPr>
        </p:nvSpPr>
        <p:spPr>
          <a:xfrm>
            <a:off x="3887666" y="987426"/>
            <a:ext cx="4629150" cy="4873625"/>
          </a:xfrm>
          <a:prstGeom prst="rect">
            <a:avLst/>
          </a:prstGeom>
          <a:noFill/>
          <a:ln>
            <a:noFill/>
          </a:ln>
        </p:spPr>
        <p:txBody>
          <a:bodyPr anchorCtr="0" anchor="t" bIns="45700" lIns="91425" spcFirstLastPara="1" rIns="91425" wrap="square" tIns="45700">
            <a:noAutofit/>
          </a:bodyPr>
          <a:lstStyle>
            <a:lvl1pPr indent="-416179" lvl="0" marL="457200" algn="l">
              <a:spcBef>
                <a:spcPts val="591"/>
              </a:spcBef>
              <a:spcAft>
                <a:spcPts val="0"/>
              </a:spcAft>
              <a:buSzPts val="2954"/>
              <a:buChar char="⮚"/>
              <a:defRPr sz="2954"/>
            </a:lvl1pPr>
            <a:lvl2pPr indent="-392747" lvl="1" marL="914400" algn="l">
              <a:spcBef>
                <a:spcPts val="517"/>
              </a:spcBef>
              <a:spcAft>
                <a:spcPts val="0"/>
              </a:spcAft>
              <a:buClr>
                <a:schemeClr val="dk1"/>
              </a:buClr>
              <a:buSzPts val="2585"/>
              <a:buChar char="⮲"/>
              <a:defRPr sz="2585"/>
            </a:lvl2pPr>
            <a:lvl3pPr indent="-369252" lvl="2" marL="1371600" algn="l">
              <a:spcBef>
                <a:spcPts val="443"/>
              </a:spcBef>
              <a:spcAft>
                <a:spcPts val="0"/>
              </a:spcAft>
              <a:buClr>
                <a:schemeClr val="dk1"/>
              </a:buClr>
              <a:buSzPts val="2215"/>
              <a:buChar char="▪"/>
              <a:defRPr sz="2215"/>
            </a:lvl3pPr>
            <a:lvl4pPr indent="-345820" lvl="3" marL="1828800" algn="l">
              <a:spcBef>
                <a:spcPts val="369"/>
              </a:spcBef>
              <a:spcAft>
                <a:spcPts val="0"/>
              </a:spcAft>
              <a:buClr>
                <a:schemeClr val="dk1"/>
              </a:buClr>
              <a:buSzPts val="1846"/>
              <a:buFont typeface="Arial"/>
              <a:buChar char="•"/>
              <a:defRPr sz="1845"/>
            </a:lvl4pPr>
            <a:lvl5pPr indent="-345820" lvl="4" marL="2286000" algn="l">
              <a:spcBef>
                <a:spcPts val="369"/>
              </a:spcBef>
              <a:spcAft>
                <a:spcPts val="0"/>
              </a:spcAft>
              <a:buClr>
                <a:schemeClr val="dk1"/>
              </a:buClr>
              <a:buSzPts val="1846"/>
              <a:buFont typeface="Arial"/>
              <a:buChar char="»"/>
              <a:defRPr sz="1845"/>
            </a:lvl5pPr>
            <a:lvl6pPr indent="-345820" lvl="5" marL="2743200" algn="l">
              <a:lnSpc>
                <a:spcPct val="90000"/>
              </a:lnSpc>
              <a:spcBef>
                <a:spcPts val="462"/>
              </a:spcBef>
              <a:spcAft>
                <a:spcPts val="0"/>
              </a:spcAft>
              <a:buClr>
                <a:schemeClr val="dk1"/>
              </a:buClr>
              <a:buSzPts val="1846"/>
              <a:buChar char="•"/>
              <a:defRPr sz="1845"/>
            </a:lvl6pPr>
            <a:lvl7pPr indent="-345820" lvl="6" marL="3200400" algn="l">
              <a:lnSpc>
                <a:spcPct val="90000"/>
              </a:lnSpc>
              <a:spcBef>
                <a:spcPts val="462"/>
              </a:spcBef>
              <a:spcAft>
                <a:spcPts val="0"/>
              </a:spcAft>
              <a:buClr>
                <a:schemeClr val="dk1"/>
              </a:buClr>
              <a:buSzPts val="1846"/>
              <a:buChar char="•"/>
              <a:defRPr sz="1845"/>
            </a:lvl7pPr>
            <a:lvl8pPr indent="-345821" lvl="7" marL="3657600" algn="l">
              <a:lnSpc>
                <a:spcPct val="90000"/>
              </a:lnSpc>
              <a:spcBef>
                <a:spcPts val="462"/>
              </a:spcBef>
              <a:spcAft>
                <a:spcPts val="0"/>
              </a:spcAft>
              <a:buClr>
                <a:schemeClr val="dk1"/>
              </a:buClr>
              <a:buSzPts val="1846"/>
              <a:buChar char="•"/>
              <a:defRPr sz="1845"/>
            </a:lvl8pPr>
            <a:lvl9pPr indent="-345821" lvl="8" marL="4114800" algn="l">
              <a:lnSpc>
                <a:spcPct val="90000"/>
              </a:lnSpc>
              <a:spcBef>
                <a:spcPts val="462"/>
              </a:spcBef>
              <a:spcAft>
                <a:spcPts val="0"/>
              </a:spcAft>
              <a:buClr>
                <a:schemeClr val="dk1"/>
              </a:buClr>
              <a:buSzPts val="1846"/>
              <a:buChar char="•"/>
              <a:defRPr sz="1845"/>
            </a:lvl9pPr>
          </a:lstStyle>
          <a:p/>
        </p:txBody>
      </p:sp>
      <p:sp>
        <p:nvSpPr>
          <p:cNvPr id="67" name="Google Shape;67;p73"/>
          <p:cNvSpPr txBox="1"/>
          <p:nvPr>
            <p:ph idx="2" type="body"/>
          </p:nvPr>
        </p:nvSpPr>
        <p:spPr>
          <a:xfrm>
            <a:off x="630115" y="2057400"/>
            <a:ext cx="2948354" cy="3811588"/>
          </a:xfrm>
          <a:prstGeom prst="rect">
            <a:avLst/>
          </a:prstGeom>
          <a:noFill/>
          <a:ln>
            <a:noFill/>
          </a:ln>
        </p:spPr>
        <p:txBody>
          <a:bodyPr anchorCtr="0" anchor="t" bIns="45700" lIns="91425" spcFirstLastPara="1" rIns="91425" wrap="square" tIns="45700">
            <a:noAutofit/>
          </a:bodyPr>
          <a:lstStyle>
            <a:lvl1pPr indent="-228600" lvl="0" marL="457200" algn="l">
              <a:spcBef>
                <a:spcPts val="295"/>
              </a:spcBef>
              <a:spcAft>
                <a:spcPts val="0"/>
              </a:spcAft>
              <a:buSzPts val="1477"/>
              <a:buNone/>
              <a:defRPr sz="1477"/>
            </a:lvl1pPr>
            <a:lvl2pPr indent="-228600" lvl="1" marL="914400" algn="l">
              <a:spcBef>
                <a:spcPts val="258"/>
              </a:spcBef>
              <a:spcAft>
                <a:spcPts val="0"/>
              </a:spcAft>
              <a:buClr>
                <a:schemeClr val="dk1"/>
              </a:buClr>
              <a:buSzPts val="1292"/>
              <a:buNone/>
              <a:defRPr sz="1292"/>
            </a:lvl2pPr>
            <a:lvl3pPr indent="-228600" lvl="2" marL="1371600" algn="l">
              <a:spcBef>
                <a:spcPts val="222"/>
              </a:spcBef>
              <a:spcAft>
                <a:spcPts val="0"/>
              </a:spcAft>
              <a:buClr>
                <a:schemeClr val="dk1"/>
              </a:buClr>
              <a:buSzPts val="1108"/>
              <a:buNone/>
              <a:defRPr sz="1108"/>
            </a:lvl3pPr>
            <a:lvl4pPr indent="-228600" lvl="3" marL="1828800" algn="l">
              <a:spcBef>
                <a:spcPts val="185"/>
              </a:spcBef>
              <a:spcAft>
                <a:spcPts val="0"/>
              </a:spcAft>
              <a:buClr>
                <a:schemeClr val="dk1"/>
              </a:buClr>
              <a:buSzPts val="923"/>
              <a:buFont typeface="Arial"/>
              <a:buNone/>
              <a:defRPr sz="922"/>
            </a:lvl4pPr>
            <a:lvl5pPr indent="-228600" lvl="4" marL="2286000" algn="l">
              <a:spcBef>
                <a:spcPts val="185"/>
              </a:spcBef>
              <a:spcAft>
                <a:spcPts val="0"/>
              </a:spcAft>
              <a:buClr>
                <a:schemeClr val="dk1"/>
              </a:buClr>
              <a:buSzPts val="923"/>
              <a:buFont typeface="Arial"/>
              <a:buNone/>
              <a:defRPr sz="922"/>
            </a:lvl5pPr>
            <a:lvl6pPr indent="-228600" lvl="5" marL="2743200" algn="l">
              <a:lnSpc>
                <a:spcPct val="90000"/>
              </a:lnSpc>
              <a:spcBef>
                <a:spcPts val="462"/>
              </a:spcBef>
              <a:spcAft>
                <a:spcPts val="0"/>
              </a:spcAft>
              <a:buClr>
                <a:schemeClr val="dk1"/>
              </a:buClr>
              <a:buSzPts val="923"/>
              <a:buNone/>
              <a:defRPr sz="922"/>
            </a:lvl6pPr>
            <a:lvl7pPr indent="-228600" lvl="6" marL="3200400" algn="l">
              <a:lnSpc>
                <a:spcPct val="90000"/>
              </a:lnSpc>
              <a:spcBef>
                <a:spcPts val="462"/>
              </a:spcBef>
              <a:spcAft>
                <a:spcPts val="0"/>
              </a:spcAft>
              <a:buClr>
                <a:schemeClr val="dk1"/>
              </a:buClr>
              <a:buSzPts val="923"/>
              <a:buNone/>
              <a:defRPr sz="922"/>
            </a:lvl7pPr>
            <a:lvl8pPr indent="-228600" lvl="7" marL="3657600" algn="l">
              <a:lnSpc>
                <a:spcPct val="90000"/>
              </a:lnSpc>
              <a:spcBef>
                <a:spcPts val="462"/>
              </a:spcBef>
              <a:spcAft>
                <a:spcPts val="0"/>
              </a:spcAft>
              <a:buClr>
                <a:schemeClr val="dk1"/>
              </a:buClr>
              <a:buSzPts val="923"/>
              <a:buNone/>
              <a:defRPr sz="922"/>
            </a:lvl8pPr>
            <a:lvl9pPr indent="-228600" lvl="8" marL="4114800" algn="l">
              <a:lnSpc>
                <a:spcPct val="90000"/>
              </a:lnSpc>
              <a:spcBef>
                <a:spcPts val="462"/>
              </a:spcBef>
              <a:spcAft>
                <a:spcPts val="0"/>
              </a:spcAft>
              <a:buClr>
                <a:schemeClr val="dk1"/>
              </a:buClr>
              <a:buSzPts val="923"/>
              <a:buNone/>
              <a:defRPr sz="922"/>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p75"/>
          <p:cNvSpPr txBox="1"/>
          <p:nvPr>
            <p:ph type="title"/>
          </p:nvPr>
        </p:nvSpPr>
        <p:spPr>
          <a:xfrm>
            <a:off x="849312" y="0"/>
            <a:ext cx="8110537" cy="609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1" name="Shape 71"/>
        <p:cNvGrpSpPr/>
        <p:nvPr/>
      </p:nvGrpSpPr>
      <p:grpSpPr>
        <a:xfrm>
          <a:off x="0" y="0"/>
          <a:ext cx="0" cy="0"/>
          <a:chOff x="0" y="0"/>
          <a:chExt cx="0" cy="0"/>
        </a:xfrm>
      </p:grpSpPr>
      <p:sp>
        <p:nvSpPr>
          <p:cNvPr id="72" name="Google Shape;72;p76"/>
          <p:cNvSpPr txBox="1"/>
          <p:nvPr>
            <p:ph type="title"/>
          </p:nvPr>
        </p:nvSpPr>
        <p:spPr>
          <a:xfrm>
            <a:off x="630116" y="365126"/>
            <a:ext cx="7886700" cy="132556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76"/>
          <p:cNvSpPr txBox="1"/>
          <p:nvPr>
            <p:ph idx="1" type="body"/>
          </p:nvPr>
        </p:nvSpPr>
        <p:spPr>
          <a:xfrm>
            <a:off x="630116" y="1681163"/>
            <a:ext cx="3868615" cy="823912"/>
          </a:xfrm>
          <a:prstGeom prst="rect">
            <a:avLst/>
          </a:prstGeom>
          <a:noFill/>
          <a:ln>
            <a:noFill/>
          </a:ln>
        </p:spPr>
        <p:txBody>
          <a:bodyPr anchorCtr="0" anchor="b" bIns="45700" lIns="91425" spcFirstLastPara="1" rIns="91425" wrap="square" tIns="45700">
            <a:noAutofit/>
          </a:bodyPr>
          <a:lstStyle>
            <a:lvl1pPr indent="-228600" lvl="0" marL="457200" algn="l">
              <a:spcBef>
                <a:spcPts val="443"/>
              </a:spcBef>
              <a:spcAft>
                <a:spcPts val="0"/>
              </a:spcAft>
              <a:buSzPts val="2215"/>
              <a:buNone/>
              <a:defRPr b="1" sz="2215"/>
            </a:lvl1pPr>
            <a:lvl2pPr indent="-228600" lvl="1" marL="914400" algn="l">
              <a:spcBef>
                <a:spcPts val="369"/>
              </a:spcBef>
              <a:spcAft>
                <a:spcPts val="0"/>
              </a:spcAft>
              <a:buClr>
                <a:schemeClr val="dk1"/>
              </a:buClr>
              <a:buSzPts val="1846"/>
              <a:buNone/>
              <a:defRPr b="1" sz="1845"/>
            </a:lvl2pPr>
            <a:lvl3pPr indent="-228600" lvl="2" marL="1371600" algn="l">
              <a:spcBef>
                <a:spcPts val="332"/>
              </a:spcBef>
              <a:spcAft>
                <a:spcPts val="0"/>
              </a:spcAft>
              <a:buClr>
                <a:schemeClr val="dk1"/>
              </a:buClr>
              <a:buSzPts val="1662"/>
              <a:buNone/>
              <a:defRPr b="1" sz="1662"/>
            </a:lvl3pPr>
            <a:lvl4pPr indent="-228600" lvl="3" marL="1828800" algn="l">
              <a:spcBef>
                <a:spcPts val="295"/>
              </a:spcBef>
              <a:spcAft>
                <a:spcPts val="0"/>
              </a:spcAft>
              <a:buClr>
                <a:schemeClr val="dk1"/>
              </a:buClr>
              <a:buSzPts val="1477"/>
              <a:buFont typeface="Arial"/>
              <a:buNone/>
              <a:defRPr b="1" sz="1477"/>
            </a:lvl4pPr>
            <a:lvl5pPr indent="-228600" lvl="4" marL="2286000" algn="l">
              <a:spcBef>
                <a:spcPts val="295"/>
              </a:spcBef>
              <a:spcAft>
                <a:spcPts val="0"/>
              </a:spcAft>
              <a:buClr>
                <a:schemeClr val="dk1"/>
              </a:buClr>
              <a:buSzPts val="1477"/>
              <a:buFont typeface="Arial"/>
              <a:buNone/>
              <a:defRPr b="1" sz="1477"/>
            </a:lvl5pPr>
            <a:lvl6pPr indent="-228600" lvl="5" marL="2743200" algn="l">
              <a:lnSpc>
                <a:spcPct val="90000"/>
              </a:lnSpc>
              <a:spcBef>
                <a:spcPts val="462"/>
              </a:spcBef>
              <a:spcAft>
                <a:spcPts val="0"/>
              </a:spcAft>
              <a:buClr>
                <a:schemeClr val="dk1"/>
              </a:buClr>
              <a:buSzPts val="1477"/>
              <a:buNone/>
              <a:defRPr b="1" sz="1477"/>
            </a:lvl6pPr>
            <a:lvl7pPr indent="-228600" lvl="6" marL="3200400" algn="l">
              <a:lnSpc>
                <a:spcPct val="90000"/>
              </a:lnSpc>
              <a:spcBef>
                <a:spcPts val="462"/>
              </a:spcBef>
              <a:spcAft>
                <a:spcPts val="0"/>
              </a:spcAft>
              <a:buClr>
                <a:schemeClr val="dk1"/>
              </a:buClr>
              <a:buSzPts val="1477"/>
              <a:buNone/>
              <a:defRPr b="1" sz="1477"/>
            </a:lvl7pPr>
            <a:lvl8pPr indent="-228600" lvl="7" marL="3657600" algn="l">
              <a:lnSpc>
                <a:spcPct val="90000"/>
              </a:lnSpc>
              <a:spcBef>
                <a:spcPts val="462"/>
              </a:spcBef>
              <a:spcAft>
                <a:spcPts val="0"/>
              </a:spcAft>
              <a:buClr>
                <a:schemeClr val="dk1"/>
              </a:buClr>
              <a:buSzPts val="1477"/>
              <a:buNone/>
              <a:defRPr b="1" sz="1477"/>
            </a:lvl8pPr>
            <a:lvl9pPr indent="-228600" lvl="8" marL="4114800" algn="l">
              <a:lnSpc>
                <a:spcPct val="90000"/>
              </a:lnSpc>
              <a:spcBef>
                <a:spcPts val="462"/>
              </a:spcBef>
              <a:spcAft>
                <a:spcPts val="0"/>
              </a:spcAft>
              <a:buClr>
                <a:schemeClr val="dk1"/>
              </a:buClr>
              <a:buSzPts val="1477"/>
              <a:buNone/>
              <a:defRPr b="1" sz="1477"/>
            </a:lvl9pPr>
          </a:lstStyle>
          <a:p/>
        </p:txBody>
      </p:sp>
      <p:sp>
        <p:nvSpPr>
          <p:cNvPr id="74" name="Google Shape;74;p76"/>
          <p:cNvSpPr txBox="1"/>
          <p:nvPr>
            <p:ph idx="2" type="body"/>
          </p:nvPr>
        </p:nvSpPr>
        <p:spPr>
          <a:xfrm>
            <a:off x="630116" y="2505075"/>
            <a:ext cx="3868615"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462"/>
              </a:spcBef>
              <a:spcAft>
                <a:spcPts val="0"/>
              </a:spcAft>
              <a:buClr>
                <a:schemeClr val="dk1"/>
              </a:buClr>
              <a:buSzPts val="1800"/>
              <a:buChar char="•"/>
              <a:defRPr/>
            </a:lvl6pPr>
            <a:lvl7pPr indent="-342900" lvl="6" marL="3200400" algn="l">
              <a:lnSpc>
                <a:spcPct val="90000"/>
              </a:lnSpc>
              <a:spcBef>
                <a:spcPts val="462"/>
              </a:spcBef>
              <a:spcAft>
                <a:spcPts val="0"/>
              </a:spcAft>
              <a:buClr>
                <a:schemeClr val="dk1"/>
              </a:buClr>
              <a:buSzPts val="1800"/>
              <a:buChar char="•"/>
              <a:defRPr/>
            </a:lvl7pPr>
            <a:lvl8pPr indent="-342900" lvl="7" marL="3657600" algn="l">
              <a:lnSpc>
                <a:spcPct val="90000"/>
              </a:lnSpc>
              <a:spcBef>
                <a:spcPts val="462"/>
              </a:spcBef>
              <a:spcAft>
                <a:spcPts val="0"/>
              </a:spcAft>
              <a:buClr>
                <a:schemeClr val="dk1"/>
              </a:buClr>
              <a:buSzPts val="1800"/>
              <a:buChar char="•"/>
              <a:defRPr/>
            </a:lvl8pPr>
            <a:lvl9pPr indent="-342900" lvl="8" marL="4114800" algn="l">
              <a:lnSpc>
                <a:spcPct val="90000"/>
              </a:lnSpc>
              <a:spcBef>
                <a:spcPts val="462"/>
              </a:spcBef>
              <a:spcAft>
                <a:spcPts val="0"/>
              </a:spcAft>
              <a:buClr>
                <a:schemeClr val="dk1"/>
              </a:buClr>
              <a:buSzPts val="1800"/>
              <a:buChar char="•"/>
              <a:defRPr/>
            </a:lvl9pPr>
          </a:lstStyle>
          <a:p/>
        </p:txBody>
      </p:sp>
      <p:sp>
        <p:nvSpPr>
          <p:cNvPr id="75" name="Google Shape;75;p76"/>
          <p:cNvSpPr txBox="1"/>
          <p:nvPr>
            <p:ph idx="3" type="body"/>
          </p:nvPr>
        </p:nvSpPr>
        <p:spPr>
          <a:xfrm>
            <a:off x="4629151" y="1681163"/>
            <a:ext cx="3887665" cy="823912"/>
          </a:xfrm>
          <a:prstGeom prst="rect">
            <a:avLst/>
          </a:prstGeom>
          <a:noFill/>
          <a:ln>
            <a:noFill/>
          </a:ln>
        </p:spPr>
        <p:txBody>
          <a:bodyPr anchorCtr="0" anchor="b" bIns="45700" lIns="91425" spcFirstLastPara="1" rIns="91425" wrap="square" tIns="45700">
            <a:noAutofit/>
          </a:bodyPr>
          <a:lstStyle>
            <a:lvl1pPr indent="-228600" lvl="0" marL="457200" algn="l">
              <a:spcBef>
                <a:spcPts val="443"/>
              </a:spcBef>
              <a:spcAft>
                <a:spcPts val="0"/>
              </a:spcAft>
              <a:buSzPts val="2215"/>
              <a:buNone/>
              <a:defRPr b="1" sz="2215"/>
            </a:lvl1pPr>
            <a:lvl2pPr indent="-228600" lvl="1" marL="914400" algn="l">
              <a:spcBef>
                <a:spcPts val="369"/>
              </a:spcBef>
              <a:spcAft>
                <a:spcPts val="0"/>
              </a:spcAft>
              <a:buClr>
                <a:schemeClr val="dk1"/>
              </a:buClr>
              <a:buSzPts val="1846"/>
              <a:buNone/>
              <a:defRPr b="1" sz="1845"/>
            </a:lvl2pPr>
            <a:lvl3pPr indent="-228600" lvl="2" marL="1371600" algn="l">
              <a:spcBef>
                <a:spcPts val="332"/>
              </a:spcBef>
              <a:spcAft>
                <a:spcPts val="0"/>
              </a:spcAft>
              <a:buClr>
                <a:schemeClr val="dk1"/>
              </a:buClr>
              <a:buSzPts val="1662"/>
              <a:buNone/>
              <a:defRPr b="1" sz="1662"/>
            </a:lvl3pPr>
            <a:lvl4pPr indent="-228600" lvl="3" marL="1828800" algn="l">
              <a:spcBef>
                <a:spcPts val="295"/>
              </a:spcBef>
              <a:spcAft>
                <a:spcPts val="0"/>
              </a:spcAft>
              <a:buClr>
                <a:schemeClr val="dk1"/>
              </a:buClr>
              <a:buSzPts val="1477"/>
              <a:buFont typeface="Arial"/>
              <a:buNone/>
              <a:defRPr b="1" sz="1477"/>
            </a:lvl4pPr>
            <a:lvl5pPr indent="-228600" lvl="4" marL="2286000" algn="l">
              <a:spcBef>
                <a:spcPts val="295"/>
              </a:spcBef>
              <a:spcAft>
                <a:spcPts val="0"/>
              </a:spcAft>
              <a:buClr>
                <a:schemeClr val="dk1"/>
              </a:buClr>
              <a:buSzPts val="1477"/>
              <a:buFont typeface="Arial"/>
              <a:buNone/>
              <a:defRPr b="1" sz="1477"/>
            </a:lvl5pPr>
            <a:lvl6pPr indent="-228600" lvl="5" marL="2743200" algn="l">
              <a:lnSpc>
                <a:spcPct val="90000"/>
              </a:lnSpc>
              <a:spcBef>
                <a:spcPts val="462"/>
              </a:spcBef>
              <a:spcAft>
                <a:spcPts val="0"/>
              </a:spcAft>
              <a:buClr>
                <a:schemeClr val="dk1"/>
              </a:buClr>
              <a:buSzPts val="1477"/>
              <a:buNone/>
              <a:defRPr b="1" sz="1477"/>
            </a:lvl6pPr>
            <a:lvl7pPr indent="-228600" lvl="6" marL="3200400" algn="l">
              <a:lnSpc>
                <a:spcPct val="90000"/>
              </a:lnSpc>
              <a:spcBef>
                <a:spcPts val="462"/>
              </a:spcBef>
              <a:spcAft>
                <a:spcPts val="0"/>
              </a:spcAft>
              <a:buClr>
                <a:schemeClr val="dk1"/>
              </a:buClr>
              <a:buSzPts val="1477"/>
              <a:buNone/>
              <a:defRPr b="1" sz="1477"/>
            </a:lvl7pPr>
            <a:lvl8pPr indent="-228600" lvl="7" marL="3657600" algn="l">
              <a:lnSpc>
                <a:spcPct val="90000"/>
              </a:lnSpc>
              <a:spcBef>
                <a:spcPts val="462"/>
              </a:spcBef>
              <a:spcAft>
                <a:spcPts val="0"/>
              </a:spcAft>
              <a:buClr>
                <a:schemeClr val="dk1"/>
              </a:buClr>
              <a:buSzPts val="1477"/>
              <a:buNone/>
              <a:defRPr b="1" sz="1477"/>
            </a:lvl8pPr>
            <a:lvl9pPr indent="-228600" lvl="8" marL="4114800" algn="l">
              <a:lnSpc>
                <a:spcPct val="90000"/>
              </a:lnSpc>
              <a:spcBef>
                <a:spcPts val="462"/>
              </a:spcBef>
              <a:spcAft>
                <a:spcPts val="0"/>
              </a:spcAft>
              <a:buClr>
                <a:schemeClr val="dk1"/>
              </a:buClr>
              <a:buSzPts val="1477"/>
              <a:buNone/>
              <a:defRPr b="1" sz="1477"/>
            </a:lvl9pPr>
          </a:lstStyle>
          <a:p/>
        </p:txBody>
      </p:sp>
      <p:sp>
        <p:nvSpPr>
          <p:cNvPr id="76" name="Google Shape;76;p76"/>
          <p:cNvSpPr txBox="1"/>
          <p:nvPr>
            <p:ph idx="4" type="body"/>
          </p:nvPr>
        </p:nvSpPr>
        <p:spPr>
          <a:xfrm>
            <a:off x="4629151" y="2505075"/>
            <a:ext cx="3887665"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462"/>
              </a:spcBef>
              <a:spcAft>
                <a:spcPts val="0"/>
              </a:spcAft>
              <a:buClr>
                <a:schemeClr val="dk1"/>
              </a:buClr>
              <a:buSzPts val="1800"/>
              <a:buChar char="•"/>
              <a:defRPr/>
            </a:lvl6pPr>
            <a:lvl7pPr indent="-342900" lvl="6" marL="3200400" algn="l">
              <a:lnSpc>
                <a:spcPct val="90000"/>
              </a:lnSpc>
              <a:spcBef>
                <a:spcPts val="462"/>
              </a:spcBef>
              <a:spcAft>
                <a:spcPts val="0"/>
              </a:spcAft>
              <a:buClr>
                <a:schemeClr val="dk1"/>
              </a:buClr>
              <a:buSzPts val="1800"/>
              <a:buChar char="•"/>
              <a:defRPr/>
            </a:lvl7pPr>
            <a:lvl8pPr indent="-342900" lvl="7" marL="3657600" algn="l">
              <a:lnSpc>
                <a:spcPct val="90000"/>
              </a:lnSpc>
              <a:spcBef>
                <a:spcPts val="462"/>
              </a:spcBef>
              <a:spcAft>
                <a:spcPts val="0"/>
              </a:spcAft>
              <a:buClr>
                <a:schemeClr val="dk1"/>
              </a:buClr>
              <a:buSzPts val="1800"/>
              <a:buChar char="•"/>
              <a:defRPr/>
            </a:lvl8pPr>
            <a:lvl9pPr indent="-342900" lvl="8" marL="4114800" algn="l">
              <a:lnSpc>
                <a:spcPct val="90000"/>
              </a:lnSpc>
              <a:spcBef>
                <a:spcPts val="462"/>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7" name="Shape 77"/>
        <p:cNvGrpSpPr/>
        <p:nvPr/>
      </p:nvGrpSpPr>
      <p:grpSpPr>
        <a:xfrm>
          <a:off x="0" y="0"/>
          <a:ext cx="0" cy="0"/>
          <a:chOff x="0" y="0"/>
          <a:chExt cx="0" cy="0"/>
        </a:xfrm>
      </p:grpSpPr>
      <p:sp>
        <p:nvSpPr>
          <p:cNvPr id="78" name="Google Shape;78;p77"/>
          <p:cNvSpPr txBox="1"/>
          <p:nvPr>
            <p:ph type="title"/>
          </p:nvPr>
        </p:nvSpPr>
        <p:spPr>
          <a:xfrm>
            <a:off x="849312" y="0"/>
            <a:ext cx="8110537" cy="609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77"/>
          <p:cNvSpPr txBox="1"/>
          <p:nvPr>
            <p:ph idx="1" type="body"/>
          </p:nvPr>
        </p:nvSpPr>
        <p:spPr>
          <a:xfrm>
            <a:off x="650631" y="981075"/>
            <a:ext cx="4016620" cy="554355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462"/>
              </a:spcBef>
              <a:spcAft>
                <a:spcPts val="0"/>
              </a:spcAft>
              <a:buClr>
                <a:schemeClr val="dk1"/>
              </a:buClr>
              <a:buSzPts val="1800"/>
              <a:buChar char="•"/>
              <a:defRPr/>
            </a:lvl6pPr>
            <a:lvl7pPr indent="-342900" lvl="6" marL="3200400" algn="l">
              <a:lnSpc>
                <a:spcPct val="90000"/>
              </a:lnSpc>
              <a:spcBef>
                <a:spcPts val="462"/>
              </a:spcBef>
              <a:spcAft>
                <a:spcPts val="0"/>
              </a:spcAft>
              <a:buClr>
                <a:schemeClr val="dk1"/>
              </a:buClr>
              <a:buSzPts val="1800"/>
              <a:buChar char="•"/>
              <a:defRPr/>
            </a:lvl7pPr>
            <a:lvl8pPr indent="-342900" lvl="7" marL="3657600" algn="l">
              <a:lnSpc>
                <a:spcPct val="90000"/>
              </a:lnSpc>
              <a:spcBef>
                <a:spcPts val="462"/>
              </a:spcBef>
              <a:spcAft>
                <a:spcPts val="0"/>
              </a:spcAft>
              <a:buClr>
                <a:schemeClr val="dk1"/>
              </a:buClr>
              <a:buSzPts val="1800"/>
              <a:buChar char="•"/>
              <a:defRPr/>
            </a:lvl8pPr>
            <a:lvl9pPr indent="-342900" lvl="8" marL="4114800" algn="l">
              <a:lnSpc>
                <a:spcPct val="90000"/>
              </a:lnSpc>
              <a:spcBef>
                <a:spcPts val="462"/>
              </a:spcBef>
              <a:spcAft>
                <a:spcPts val="0"/>
              </a:spcAft>
              <a:buClr>
                <a:schemeClr val="dk1"/>
              </a:buClr>
              <a:buSzPts val="1800"/>
              <a:buChar char="•"/>
              <a:defRPr/>
            </a:lvl9pPr>
          </a:lstStyle>
          <a:p/>
        </p:txBody>
      </p:sp>
      <p:sp>
        <p:nvSpPr>
          <p:cNvPr id="80" name="Google Shape;80;p77"/>
          <p:cNvSpPr txBox="1"/>
          <p:nvPr>
            <p:ph idx="2" type="body"/>
          </p:nvPr>
        </p:nvSpPr>
        <p:spPr>
          <a:xfrm>
            <a:off x="4807928" y="981075"/>
            <a:ext cx="4018085" cy="554355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462"/>
              </a:spcBef>
              <a:spcAft>
                <a:spcPts val="0"/>
              </a:spcAft>
              <a:buClr>
                <a:schemeClr val="dk1"/>
              </a:buClr>
              <a:buSzPts val="1800"/>
              <a:buChar char="•"/>
              <a:defRPr/>
            </a:lvl6pPr>
            <a:lvl7pPr indent="-342900" lvl="6" marL="3200400" algn="l">
              <a:lnSpc>
                <a:spcPct val="90000"/>
              </a:lnSpc>
              <a:spcBef>
                <a:spcPts val="462"/>
              </a:spcBef>
              <a:spcAft>
                <a:spcPts val="0"/>
              </a:spcAft>
              <a:buClr>
                <a:schemeClr val="dk1"/>
              </a:buClr>
              <a:buSzPts val="1800"/>
              <a:buChar char="•"/>
              <a:defRPr/>
            </a:lvl7pPr>
            <a:lvl8pPr indent="-342900" lvl="7" marL="3657600" algn="l">
              <a:lnSpc>
                <a:spcPct val="90000"/>
              </a:lnSpc>
              <a:spcBef>
                <a:spcPts val="462"/>
              </a:spcBef>
              <a:spcAft>
                <a:spcPts val="0"/>
              </a:spcAft>
              <a:buClr>
                <a:schemeClr val="dk1"/>
              </a:buClr>
              <a:buSzPts val="1800"/>
              <a:buChar char="•"/>
              <a:defRPr/>
            </a:lvl8pPr>
            <a:lvl9pPr indent="-342900" lvl="8" marL="4114800" algn="l">
              <a:lnSpc>
                <a:spcPct val="90000"/>
              </a:lnSpc>
              <a:spcBef>
                <a:spcPts val="462"/>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1" name="Shape 81"/>
        <p:cNvGrpSpPr/>
        <p:nvPr/>
      </p:nvGrpSpPr>
      <p:grpSpPr>
        <a:xfrm>
          <a:off x="0" y="0"/>
          <a:ext cx="0" cy="0"/>
          <a:chOff x="0" y="0"/>
          <a:chExt cx="0" cy="0"/>
        </a:xfrm>
      </p:grpSpPr>
      <p:sp>
        <p:nvSpPr>
          <p:cNvPr id="82" name="Google Shape;82;p78"/>
          <p:cNvSpPr txBox="1"/>
          <p:nvPr>
            <p:ph type="title"/>
          </p:nvPr>
        </p:nvSpPr>
        <p:spPr>
          <a:xfrm>
            <a:off x="624254" y="1709739"/>
            <a:ext cx="7886700" cy="285273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5539"/>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78"/>
          <p:cNvSpPr txBox="1"/>
          <p:nvPr>
            <p:ph idx="1" type="body"/>
          </p:nvPr>
        </p:nvSpPr>
        <p:spPr>
          <a:xfrm>
            <a:off x="624254" y="4589464"/>
            <a:ext cx="7886700" cy="1500187"/>
          </a:xfrm>
          <a:prstGeom prst="rect">
            <a:avLst/>
          </a:prstGeom>
          <a:noFill/>
          <a:ln>
            <a:noFill/>
          </a:ln>
        </p:spPr>
        <p:txBody>
          <a:bodyPr anchorCtr="0" anchor="t" bIns="45700" lIns="91425" spcFirstLastPara="1" rIns="91425" wrap="square" tIns="45700">
            <a:noAutofit/>
          </a:bodyPr>
          <a:lstStyle>
            <a:lvl1pPr indent="-228600" lvl="0" marL="457200" algn="l">
              <a:spcBef>
                <a:spcPts val="443"/>
              </a:spcBef>
              <a:spcAft>
                <a:spcPts val="0"/>
              </a:spcAft>
              <a:buSzPts val="2215"/>
              <a:buNone/>
              <a:defRPr sz="2215"/>
            </a:lvl1pPr>
            <a:lvl2pPr indent="-228600" lvl="1" marL="914400" algn="l">
              <a:spcBef>
                <a:spcPts val="369"/>
              </a:spcBef>
              <a:spcAft>
                <a:spcPts val="0"/>
              </a:spcAft>
              <a:buClr>
                <a:schemeClr val="dk1"/>
              </a:buClr>
              <a:buSzPts val="1846"/>
              <a:buNone/>
              <a:defRPr sz="1845"/>
            </a:lvl2pPr>
            <a:lvl3pPr indent="-228600" lvl="2" marL="1371600" algn="l">
              <a:spcBef>
                <a:spcPts val="332"/>
              </a:spcBef>
              <a:spcAft>
                <a:spcPts val="0"/>
              </a:spcAft>
              <a:buClr>
                <a:schemeClr val="dk1"/>
              </a:buClr>
              <a:buSzPts val="1662"/>
              <a:buNone/>
              <a:defRPr sz="1662"/>
            </a:lvl3pPr>
            <a:lvl4pPr indent="-228600" lvl="3" marL="1828800" algn="l">
              <a:spcBef>
                <a:spcPts val="295"/>
              </a:spcBef>
              <a:spcAft>
                <a:spcPts val="0"/>
              </a:spcAft>
              <a:buClr>
                <a:schemeClr val="dk1"/>
              </a:buClr>
              <a:buSzPts val="1477"/>
              <a:buFont typeface="Arial"/>
              <a:buNone/>
              <a:defRPr sz="1477"/>
            </a:lvl4pPr>
            <a:lvl5pPr indent="-228600" lvl="4" marL="2286000" algn="l">
              <a:spcBef>
                <a:spcPts val="295"/>
              </a:spcBef>
              <a:spcAft>
                <a:spcPts val="0"/>
              </a:spcAft>
              <a:buClr>
                <a:schemeClr val="dk1"/>
              </a:buClr>
              <a:buSzPts val="1477"/>
              <a:buFont typeface="Arial"/>
              <a:buNone/>
              <a:defRPr sz="1477"/>
            </a:lvl5pPr>
            <a:lvl6pPr indent="-228600" lvl="5" marL="2743200" algn="l">
              <a:lnSpc>
                <a:spcPct val="90000"/>
              </a:lnSpc>
              <a:spcBef>
                <a:spcPts val="462"/>
              </a:spcBef>
              <a:spcAft>
                <a:spcPts val="0"/>
              </a:spcAft>
              <a:buClr>
                <a:schemeClr val="dk1"/>
              </a:buClr>
              <a:buSzPts val="1477"/>
              <a:buNone/>
              <a:defRPr sz="1477"/>
            </a:lvl6pPr>
            <a:lvl7pPr indent="-228600" lvl="6" marL="3200400" algn="l">
              <a:lnSpc>
                <a:spcPct val="90000"/>
              </a:lnSpc>
              <a:spcBef>
                <a:spcPts val="462"/>
              </a:spcBef>
              <a:spcAft>
                <a:spcPts val="0"/>
              </a:spcAft>
              <a:buClr>
                <a:schemeClr val="dk1"/>
              </a:buClr>
              <a:buSzPts val="1477"/>
              <a:buNone/>
              <a:defRPr sz="1477"/>
            </a:lvl7pPr>
            <a:lvl8pPr indent="-228600" lvl="7" marL="3657600" algn="l">
              <a:lnSpc>
                <a:spcPct val="90000"/>
              </a:lnSpc>
              <a:spcBef>
                <a:spcPts val="462"/>
              </a:spcBef>
              <a:spcAft>
                <a:spcPts val="0"/>
              </a:spcAft>
              <a:buClr>
                <a:schemeClr val="dk1"/>
              </a:buClr>
              <a:buSzPts val="1477"/>
              <a:buNone/>
              <a:defRPr sz="1477"/>
            </a:lvl8pPr>
            <a:lvl9pPr indent="-228600" lvl="8" marL="4114800" algn="l">
              <a:lnSpc>
                <a:spcPct val="90000"/>
              </a:lnSpc>
              <a:spcBef>
                <a:spcPts val="462"/>
              </a:spcBef>
              <a:spcAft>
                <a:spcPts val="0"/>
              </a:spcAft>
              <a:buClr>
                <a:schemeClr val="dk1"/>
              </a:buClr>
              <a:buSzPts val="1477"/>
              <a:buNone/>
              <a:defRPr sz="1477"/>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4" name="Shape 84"/>
        <p:cNvGrpSpPr/>
        <p:nvPr/>
      </p:nvGrpSpPr>
      <p:grpSpPr>
        <a:xfrm>
          <a:off x="0" y="0"/>
          <a:ext cx="0" cy="0"/>
          <a:chOff x="0" y="0"/>
          <a:chExt cx="0" cy="0"/>
        </a:xfrm>
      </p:grpSpPr>
      <p:sp>
        <p:nvSpPr>
          <p:cNvPr id="85" name="Google Shape;85;p79"/>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5539"/>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79"/>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spcBef>
                <a:spcPts val="443"/>
              </a:spcBef>
              <a:spcAft>
                <a:spcPts val="0"/>
              </a:spcAft>
              <a:buSzPts val="2215"/>
              <a:buNone/>
              <a:defRPr sz="2215"/>
            </a:lvl1pPr>
            <a:lvl2pPr lvl="1" algn="ctr">
              <a:spcBef>
                <a:spcPts val="369"/>
              </a:spcBef>
              <a:spcAft>
                <a:spcPts val="0"/>
              </a:spcAft>
              <a:buClr>
                <a:schemeClr val="dk1"/>
              </a:buClr>
              <a:buSzPts val="1846"/>
              <a:buNone/>
              <a:defRPr sz="1845"/>
            </a:lvl2pPr>
            <a:lvl3pPr lvl="2" algn="ctr">
              <a:spcBef>
                <a:spcPts val="332"/>
              </a:spcBef>
              <a:spcAft>
                <a:spcPts val="0"/>
              </a:spcAft>
              <a:buClr>
                <a:schemeClr val="dk1"/>
              </a:buClr>
              <a:buSzPts val="1662"/>
              <a:buNone/>
              <a:defRPr sz="1662"/>
            </a:lvl3pPr>
            <a:lvl4pPr lvl="3" algn="ctr">
              <a:spcBef>
                <a:spcPts val="295"/>
              </a:spcBef>
              <a:spcAft>
                <a:spcPts val="0"/>
              </a:spcAft>
              <a:buClr>
                <a:schemeClr val="dk1"/>
              </a:buClr>
              <a:buSzPts val="1477"/>
              <a:buFont typeface="Arial"/>
              <a:buNone/>
              <a:defRPr sz="1477"/>
            </a:lvl4pPr>
            <a:lvl5pPr lvl="4" algn="ctr">
              <a:spcBef>
                <a:spcPts val="295"/>
              </a:spcBef>
              <a:spcAft>
                <a:spcPts val="0"/>
              </a:spcAft>
              <a:buClr>
                <a:schemeClr val="dk1"/>
              </a:buClr>
              <a:buSzPts val="1477"/>
              <a:buFont typeface="Arial"/>
              <a:buNone/>
              <a:defRPr sz="1477"/>
            </a:lvl5pPr>
            <a:lvl6pPr lvl="5" algn="ctr">
              <a:lnSpc>
                <a:spcPct val="90000"/>
              </a:lnSpc>
              <a:spcBef>
                <a:spcPts val="462"/>
              </a:spcBef>
              <a:spcAft>
                <a:spcPts val="0"/>
              </a:spcAft>
              <a:buClr>
                <a:schemeClr val="dk1"/>
              </a:buClr>
              <a:buSzPts val="1477"/>
              <a:buNone/>
              <a:defRPr sz="1477"/>
            </a:lvl6pPr>
            <a:lvl7pPr lvl="6" algn="ctr">
              <a:lnSpc>
                <a:spcPct val="90000"/>
              </a:lnSpc>
              <a:spcBef>
                <a:spcPts val="462"/>
              </a:spcBef>
              <a:spcAft>
                <a:spcPts val="0"/>
              </a:spcAft>
              <a:buClr>
                <a:schemeClr val="dk1"/>
              </a:buClr>
              <a:buSzPts val="1477"/>
              <a:buNone/>
              <a:defRPr sz="1477"/>
            </a:lvl7pPr>
            <a:lvl8pPr lvl="7" algn="ctr">
              <a:lnSpc>
                <a:spcPct val="90000"/>
              </a:lnSpc>
              <a:spcBef>
                <a:spcPts val="462"/>
              </a:spcBef>
              <a:spcAft>
                <a:spcPts val="0"/>
              </a:spcAft>
              <a:buClr>
                <a:schemeClr val="dk1"/>
              </a:buClr>
              <a:buSzPts val="1477"/>
              <a:buNone/>
              <a:defRPr sz="1477"/>
            </a:lvl8pPr>
            <a:lvl9pPr lvl="8" algn="ctr">
              <a:lnSpc>
                <a:spcPct val="90000"/>
              </a:lnSpc>
              <a:spcBef>
                <a:spcPts val="462"/>
              </a:spcBef>
              <a:spcAft>
                <a:spcPts val="0"/>
              </a:spcAft>
              <a:buClr>
                <a:schemeClr val="dk1"/>
              </a:buClr>
              <a:buSzPts val="1477"/>
              <a:buNone/>
              <a:defRPr sz="1477"/>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5" name="Shape 95"/>
        <p:cNvGrpSpPr/>
        <p:nvPr/>
      </p:nvGrpSpPr>
      <p:grpSpPr>
        <a:xfrm>
          <a:off x="0" y="0"/>
          <a:ext cx="0" cy="0"/>
          <a:chOff x="0" y="0"/>
          <a:chExt cx="0" cy="0"/>
        </a:xfrm>
      </p:grpSpPr>
      <p:sp>
        <p:nvSpPr>
          <p:cNvPr id="96" name="Google Shape;96;p44"/>
          <p:cNvSpPr txBox="1"/>
          <p:nvPr>
            <p:ph type="title"/>
          </p:nvPr>
        </p:nvSpPr>
        <p:spPr>
          <a:xfrm>
            <a:off x="849312" y="0"/>
            <a:ext cx="8110537" cy="609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44"/>
          <p:cNvSpPr txBox="1"/>
          <p:nvPr>
            <p:ph idx="1" type="body"/>
          </p:nvPr>
        </p:nvSpPr>
        <p:spPr>
          <a:xfrm>
            <a:off x="650875" y="981075"/>
            <a:ext cx="8175625" cy="554355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462"/>
              </a:spcBef>
              <a:spcAft>
                <a:spcPts val="0"/>
              </a:spcAft>
              <a:buClr>
                <a:schemeClr val="dk1"/>
              </a:buClr>
              <a:buSzPts val="1800"/>
              <a:buChar char="•"/>
              <a:defRPr/>
            </a:lvl6pPr>
            <a:lvl7pPr indent="-342900" lvl="6" marL="3200400" algn="l">
              <a:lnSpc>
                <a:spcPct val="90000"/>
              </a:lnSpc>
              <a:spcBef>
                <a:spcPts val="462"/>
              </a:spcBef>
              <a:spcAft>
                <a:spcPts val="0"/>
              </a:spcAft>
              <a:buClr>
                <a:schemeClr val="dk1"/>
              </a:buClr>
              <a:buSzPts val="1800"/>
              <a:buChar char="•"/>
              <a:defRPr/>
            </a:lvl7pPr>
            <a:lvl8pPr indent="-342900" lvl="7" marL="3657600" algn="l">
              <a:lnSpc>
                <a:spcPct val="90000"/>
              </a:lnSpc>
              <a:spcBef>
                <a:spcPts val="462"/>
              </a:spcBef>
              <a:spcAft>
                <a:spcPts val="0"/>
              </a:spcAft>
              <a:buClr>
                <a:schemeClr val="dk1"/>
              </a:buClr>
              <a:buSzPts val="1800"/>
              <a:buChar char="•"/>
              <a:defRPr/>
            </a:lvl8pPr>
            <a:lvl9pPr indent="-342900" lvl="8" marL="4114800" algn="l">
              <a:lnSpc>
                <a:spcPct val="90000"/>
              </a:lnSpc>
              <a:spcBef>
                <a:spcPts val="462"/>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98" name="Shape 98"/>
        <p:cNvGrpSpPr/>
        <p:nvPr/>
      </p:nvGrpSpPr>
      <p:grpSpPr>
        <a:xfrm>
          <a:off x="0" y="0"/>
          <a:ext cx="0" cy="0"/>
          <a:chOff x="0" y="0"/>
          <a:chExt cx="0" cy="0"/>
        </a:xfrm>
      </p:grpSpPr>
      <p:sp>
        <p:nvSpPr>
          <p:cNvPr id="99" name="Google Shape;99;p80"/>
          <p:cNvSpPr txBox="1"/>
          <p:nvPr>
            <p:ph type="title"/>
          </p:nvPr>
        </p:nvSpPr>
        <p:spPr>
          <a:xfrm>
            <a:off x="849924" y="0"/>
            <a:ext cx="8109438" cy="609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80"/>
          <p:cNvSpPr txBox="1"/>
          <p:nvPr>
            <p:ph idx="1" type="body"/>
          </p:nvPr>
        </p:nvSpPr>
        <p:spPr>
          <a:xfrm>
            <a:off x="650631" y="981075"/>
            <a:ext cx="4016620" cy="554355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462"/>
              </a:spcBef>
              <a:spcAft>
                <a:spcPts val="0"/>
              </a:spcAft>
              <a:buClr>
                <a:schemeClr val="dk1"/>
              </a:buClr>
              <a:buSzPts val="1800"/>
              <a:buChar char="•"/>
              <a:defRPr/>
            </a:lvl6pPr>
            <a:lvl7pPr indent="-342900" lvl="6" marL="3200400" algn="l">
              <a:lnSpc>
                <a:spcPct val="90000"/>
              </a:lnSpc>
              <a:spcBef>
                <a:spcPts val="462"/>
              </a:spcBef>
              <a:spcAft>
                <a:spcPts val="0"/>
              </a:spcAft>
              <a:buClr>
                <a:schemeClr val="dk1"/>
              </a:buClr>
              <a:buSzPts val="1800"/>
              <a:buChar char="•"/>
              <a:defRPr/>
            </a:lvl7pPr>
            <a:lvl8pPr indent="-342900" lvl="7" marL="3657600" algn="l">
              <a:lnSpc>
                <a:spcPct val="90000"/>
              </a:lnSpc>
              <a:spcBef>
                <a:spcPts val="462"/>
              </a:spcBef>
              <a:spcAft>
                <a:spcPts val="0"/>
              </a:spcAft>
              <a:buClr>
                <a:schemeClr val="dk1"/>
              </a:buClr>
              <a:buSzPts val="1800"/>
              <a:buChar char="•"/>
              <a:defRPr/>
            </a:lvl8pPr>
            <a:lvl9pPr indent="-342900" lvl="8" marL="4114800" algn="l">
              <a:lnSpc>
                <a:spcPct val="90000"/>
              </a:lnSpc>
              <a:spcBef>
                <a:spcPts val="462"/>
              </a:spcBef>
              <a:spcAft>
                <a:spcPts val="0"/>
              </a:spcAft>
              <a:buClr>
                <a:schemeClr val="dk1"/>
              </a:buClr>
              <a:buSzPts val="1800"/>
              <a:buChar char="•"/>
              <a:defRPr/>
            </a:lvl9pPr>
          </a:lstStyle>
          <a:p/>
        </p:txBody>
      </p:sp>
      <p:sp>
        <p:nvSpPr>
          <p:cNvPr id="101" name="Google Shape;101;p80"/>
          <p:cNvSpPr txBox="1"/>
          <p:nvPr>
            <p:ph idx="2" type="body"/>
          </p:nvPr>
        </p:nvSpPr>
        <p:spPr>
          <a:xfrm>
            <a:off x="4807928" y="981075"/>
            <a:ext cx="4018085" cy="554355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462"/>
              </a:spcBef>
              <a:spcAft>
                <a:spcPts val="0"/>
              </a:spcAft>
              <a:buClr>
                <a:schemeClr val="dk1"/>
              </a:buClr>
              <a:buSzPts val="1800"/>
              <a:buChar char="•"/>
              <a:defRPr/>
            </a:lvl6pPr>
            <a:lvl7pPr indent="-342900" lvl="6" marL="3200400" algn="l">
              <a:lnSpc>
                <a:spcPct val="90000"/>
              </a:lnSpc>
              <a:spcBef>
                <a:spcPts val="462"/>
              </a:spcBef>
              <a:spcAft>
                <a:spcPts val="0"/>
              </a:spcAft>
              <a:buClr>
                <a:schemeClr val="dk1"/>
              </a:buClr>
              <a:buSzPts val="1800"/>
              <a:buChar char="•"/>
              <a:defRPr/>
            </a:lvl7pPr>
            <a:lvl8pPr indent="-342900" lvl="7" marL="3657600" algn="l">
              <a:lnSpc>
                <a:spcPct val="90000"/>
              </a:lnSpc>
              <a:spcBef>
                <a:spcPts val="462"/>
              </a:spcBef>
              <a:spcAft>
                <a:spcPts val="0"/>
              </a:spcAft>
              <a:buClr>
                <a:schemeClr val="dk1"/>
              </a:buClr>
              <a:buSzPts val="1800"/>
              <a:buChar char="•"/>
              <a:defRPr/>
            </a:lvl8pPr>
            <a:lvl9pPr indent="-342900" lvl="8" marL="4114800" algn="l">
              <a:lnSpc>
                <a:spcPct val="90000"/>
              </a:lnSpc>
              <a:spcBef>
                <a:spcPts val="462"/>
              </a:spcBef>
              <a:spcAft>
                <a:spcPts val="0"/>
              </a:spcAft>
              <a:buClr>
                <a:schemeClr val="dk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2" name="Shape 102"/>
        <p:cNvGrpSpPr/>
        <p:nvPr/>
      </p:nvGrpSpPr>
      <p:grpSpPr>
        <a:xfrm>
          <a:off x="0" y="0"/>
          <a:ext cx="0" cy="0"/>
          <a:chOff x="0" y="0"/>
          <a:chExt cx="0" cy="0"/>
        </a:xfrm>
      </p:grpSpPr>
      <p:sp>
        <p:nvSpPr>
          <p:cNvPr id="103" name="Google Shape;103;p81"/>
          <p:cNvSpPr txBox="1"/>
          <p:nvPr>
            <p:ph type="title"/>
          </p:nvPr>
        </p:nvSpPr>
        <p:spPr>
          <a:xfrm rot="5400000">
            <a:off x="4658824" y="2224089"/>
            <a:ext cx="6524625" cy="20764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81"/>
          <p:cNvSpPr txBox="1"/>
          <p:nvPr>
            <p:ph idx="1" type="body"/>
          </p:nvPr>
        </p:nvSpPr>
        <p:spPr>
          <a:xfrm rot="5400000">
            <a:off x="434121" y="216511"/>
            <a:ext cx="6524625" cy="6091604"/>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462"/>
              </a:spcBef>
              <a:spcAft>
                <a:spcPts val="0"/>
              </a:spcAft>
              <a:buClr>
                <a:schemeClr val="dk1"/>
              </a:buClr>
              <a:buSzPts val="1800"/>
              <a:buChar char="•"/>
              <a:defRPr/>
            </a:lvl6pPr>
            <a:lvl7pPr indent="-342900" lvl="6" marL="3200400" algn="l">
              <a:lnSpc>
                <a:spcPct val="90000"/>
              </a:lnSpc>
              <a:spcBef>
                <a:spcPts val="462"/>
              </a:spcBef>
              <a:spcAft>
                <a:spcPts val="0"/>
              </a:spcAft>
              <a:buClr>
                <a:schemeClr val="dk1"/>
              </a:buClr>
              <a:buSzPts val="1800"/>
              <a:buChar char="•"/>
              <a:defRPr/>
            </a:lvl7pPr>
            <a:lvl8pPr indent="-342900" lvl="7" marL="3657600" algn="l">
              <a:lnSpc>
                <a:spcPct val="90000"/>
              </a:lnSpc>
              <a:spcBef>
                <a:spcPts val="462"/>
              </a:spcBef>
              <a:spcAft>
                <a:spcPts val="0"/>
              </a:spcAft>
              <a:buClr>
                <a:schemeClr val="dk1"/>
              </a:buClr>
              <a:buSzPts val="1800"/>
              <a:buChar char="•"/>
              <a:defRPr/>
            </a:lvl8pPr>
            <a:lvl9pPr indent="-342900" lvl="8" marL="4114800" algn="l">
              <a:lnSpc>
                <a:spcPct val="90000"/>
              </a:lnSpc>
              <a:spcBef>
                <a:spcPts val="462"/>
              </a:spcBef>
              <a:spcAft>
                <a:spcPts val="0"/>
              </a:spcAft>
              <a:buClr>
                <a:schemeClr val="dk1"/>
              </a:buClr>
              <a:buSzPts val="18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5" name="Shape 105"/>
        <p:cNvGrpSpPr/>
        <p:nvPr/>
      </p:nvGrpSpPr>
      <p:grpSpPr>
        <a:xfrm>
          <a:off x="0" y="0"/>
          <a:ext cx="0" cy="0"/>
          <a:chOff x="0" y="0"/>
          <a:chExt cx="0" cy="0"/>
        </a:xfrm>
      </p:grpSpPr>
      <p:sp>
        <p:nvSpPr>
          <p:cNvPr id="106" name="Google Shape;106;p82"/>
          <p:cNvSpPr txBox="1"/>
          <p:nvPr>
            <p:ph type="title"/>
          </p:nvPr>
        </p:nvSpPr>
        <p:spPr>
          <a:xfrm>
            <a:off x="849312" y="0"/>
            <a:ext cx="8110537" cy="609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82"/>
          <p:cNvSpPr txBox="1"/>
          <p:nvPr>
            <p:ph idx="1" type="body"/>
          </p:nvPr>
        </p:nvSpPr>
        <p:spPr>
          <a:xfrm rot="5400000">
            <a:off x="1966913" y="-334962"/>
            <a:ext cx="5543550" cy="81756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462"/>
              </a:spcBef>
              <a:spcAft>
                <a:spcPts val="0"/>
              </a:spcAft>
              <a:buClr>
                <a:schemeClr val="dk1"/>
              </a:buClr>
              <a:buSzPts val="1800"/>
              <a:buChar char="•"/>
              <a:defRPr/>
            </a:lvl6pPr>
            <a:lvl7pPr indent="-342900" lvl="6" marL="3200400" algn="l">
              <a:lnSpc>
                <a:spcPct val="90000"/>
              </a:lnSpc>
              <a:spcBef>
                <a:spcPts val="462"/>
              </a:spcBef>
              <a:spcAft>
                <a:spcPts val="0"/>
              </a:spcAft>
              <a:buClr>
                <a:schemeClr val="dk1"/>
              </a:buClr>
              <a:buSzPts val="1800"/>
              <a:buChar char="•"/>
              <a:defRPr/>
            </a:lvl7pPr>
            <a:lvl8pPr indent="-342900" lvl="7" marL="3657600" algn="l">
              <a:lnSpc>
                <a:spcPct val="90000"/>
              </a:lnSpc>
              <a:spcBef>
                <a:spcPts val="462"/>
              </a:spcBef>
              <a:spcAft>
                <a:spcPts val="0"/>
              </a:spcAft>
              <a:buClr>
                <a:schemeClr val="dk1"/>
              </a:buClr>
              <a:buSzPts val="1800"/>
              <a:buChar char="•"/>
              <a:defRPr/>
            </a:lvl8pPr>
            <a:lvl9pPr indent="-342900" lvl="8" marL="4114800" algn="l">
              <a:lnSpc>
                <a:spcPct val="90000"/>
              </a:lnSpc>
              <a:spcBef>
                <a:spcPts val="462"/>
              </a:spcBef>
              <a:spcAft>
                <a:spcPts val="0"/>
              </a:spcAft>
              <a:buClr>
                <a:schemeClr val="dk1"/>
              </a:buClr>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8" name="Shape 108"/>
        <p:cNvGrpSpPr/>
        <p:nvPr/>
      </p:nvGrpSpPr>
      <p:grpSpPr>
        <a:xfrm>
          <a:off x="0" y="0"/>
          <a:ext cx="0" cy="0"/>
          <a:chOff x="0" y="0"/>
          <a:chExt cx="0" cy="0"/>
        </a:xfrm>
      </p:grpSpPr>
      <p:sp>
        <p:nvSpPr>
          <p:cNvPr id="109" name="Google Shape;109;p83"/>
          <p:cNvSpPr txBox="1"/>
          <p:nvPr>
            <p:ph type="title"/>
          </p:nvPr>
        </p:nvSpPr>
        <p:spPr>
          <a:xfrm>
            <a:off x="630115" y="457200"/>
            <a:ext cx="2948354" cy="1600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954"/>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83"/>
          <p:cNvSpPr/>
          <p:nvPr>
            <p:ph idx="2" type="pic"/>
          </p:nvPr>
        </p:nvSpPr>
        <p:spPr>
          <a:xfrm>
            <a:off x="3887666" y="987426"/>
            <a:ext cx="4629150" cy="4873625"/>
          </a:xfrm>
          <a:prstGeom prst="rect">
            <a:avLst/>
          </a:prstGeom>
          <a:noFill/>
          <a:ln>
            <a:noFill/>
          </a:ln>
        </p:spPr>
      </p:sp>
      <p:sp>
        <p:nvSpPr>
          <p:cNvPr id="111" name="Google Shape;111;p83"/>
          <p:cNvSpPr txBox="1"/>
          <p:nvPr>
            <p:ph idx="1" type="body"/>
          </p:nvPr>
        </p:nvSpPr>
        <p:spPr>
          <a:xfrm>
            <a:off x="630115" y="2057400"/>
            <a:ext cx="2948354" cy="3811588"/>
          </a:xfrm>
          <a:prstGeom prst="rect">
            <a:avLst/>
          </a:prstGeom>
          <a:noFill/>
          <a:ln>
            <a:noFill/>
          </a:ln>
        </p:spPr>
        <p:txBody>
          <a:bodyPr anchorCtr="0" anchor="t" bIns="45700" lIns="91425" spcFirstLastPara="1" rIns="91425" wrap="square" tIns="45700">
            <a:noAutofit/>
          </a:bodyPr>
          <a:lstStyle>
            <a:lvl1pPr indent="-228600" lvl="0" marL="457200" algn="l">
              <a:spcBef>
                <a:spcPts val="295"/>
              </a:spcBef>
              <a:spcAft>
                <a:spcPts val="0"/>
              </a:spcAft>
              <a:buSzPts val="1477"/>
              <a:buNone/>
              <a:defRPr sz="1477"/>
            </a:lvl1pPr>
            <a:lvl2pPr indent="-228600" lvl="1" marL="914400" algn="l">
              <a:spcBef>
                <a:spcPts val="258"/>
              </a:spcBef>
              <a:spcAft>
                <a:spcPts val="0"/>
              </a:spcAft>
              <a:buClr>
                <a:schemeClr val="dk1"/>
              </a:buClr>
              <a:buSzPts val="1292"/>
              <a:buNone/>
              <a:defRPr sz="1292"/>
            </a:lvl2pPr>
            <a:lvl3pPr indent="-228600" lvl="2" marL="1371600" algn="l">
              <a:spcBef>
                <a:spcPts val="222"/>
              </a:spcBef>
              <a:spcAft>
                <a:spcPts val="0"/>
              </a:spcAft>
              <a:buClr>
                <a:schemeClr val="dk1"/>
              </a:buClr>
              <a:buSzPts val="1108"/>
              <a:buNone/>
              <a:defRPr sz="1108"/>
            </a:lvl3pPr>
            <a:lvl4pPr indent="-228600" lvl="3" marL="1828800" algn="l">
              <a:spcBef>
                <a:spcPts val="185"/>
              </a:spcBef>
              <a:spcAft>
                <a:spcPts val="0"/>
              </a:spcAft>
              <a:buClr>
                <a:schemeClr val="dk1"/>
              </a:buClr>
              <a:buSzPts val="923"/>
              <a:buFont typeface="Arial"/>
              <a:buNone/>
              <a:defRPr sz="922"/>
            </a:lvl4pPr>
            <a:lvl5pPr indent="-228600" lvl="4" marL="2286000" algn="l">
              <a:spcBef>
                <a:spcPts val="185"/>
              </a:spcBef>
              <a:spcAft>
                <a:spcPts val="0"/>
              </a:spcAft>
              <a:buClr>
                <a:schemeClr val="dk1"/>
              </a:buClr>
              <a:buSzPts val="923"/>
              <a:buFont typeface="Arial"/>
              <a:buNone/>
              <a:defRPr sz="922"/>
            </a:lvl5pPr>
            <a:lvl6pPr indent="-228600" lvl="5" marL="2743200" algn="l">
              <a:lnSpc>
                <a:spcPct val="90000"/>
              </a:lnSpc>
              <a:spcBef>
                <a:spcPts val="462"/>
              </a:spcBef>
              <a:spcAft>
                <a:spcPts val="0"/>
              </a:spcAft>
              <a:buClr>
                <a:schemeClr val="dk1"/>
              </a:buClr>
              <a:buSzPts val="923"/>
              <a:buNone/>
              <a:defRPr sz="922"/>
            </a:lvl6pPr>
            <a:lvl7pPr indent="-228600" lvl="6" marL="3200400" algn="l">
              <a:lnSpc>
                <a:spcPct val="90000"/>
              </a:lnSpc>
              <a:spcBef>
                <a:spcPts val="462"/>
              </a:spcBef>
              <a:spcAft>
                <a:spcPts val="0"/>
              </a:spcAft>
              <a:buClr>
                <a:schemeClr val="dk1"/>
              </a:buClr>
              <a:buSzPts val="923"/>
              <a:buNone/>
              <a:defRPr sz="922"/>
            </a:lvl7pPr>
            <a:lvl8pPr indent="-228600" lvl="7" marL="3657600" algn="l">
              <a:lnSpc>
                <a:spcPct val="90000"/>
              </a:lnSpc>
              <a:spcBef>
                <a:spcPts val="462"/>
              </a:spcBef>
              <a:spcAft>
                <a:spcPts val="0"/>
              </a:spcAft>
              <a:buClr>
                <a:schemeClr val="dk1"/>
              </a:buClr>
              <a:buSzPts val="923"/>
              <a:buNone/>
              <a:defRPr sz="922"/>
            </a:lvl8pPr>
            <a:lvl9pPr indent="-228600" lvl="8" marL="4114800" algn="l">
              <a:lnSpc>
                <a:spcPct val="90000"/>
              </a:lnSpc>
              <a:spcBef>
                <a:spcPts val="462"/>
              </a:spcBef>
              <a:spcAft>
                <a:spcPts val="0"/>
              </a:spcAft>
              <a:buClr>
                <a:schemeClr val="dk1"/>
              </a:buClr>
              <a:buSzPts val="923"/>
              <a:buNone/>
              <a:defRPr sz="922"/>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2" name="Shape 112"/>
        <p:cNvGrpSpPr/>
        <p:nvPr/>
      </p:nvGrpSpPr>
      <p:grpSpPr>
        <a:xfrm>
          <a:off x="0" y="0"/>
          <a:ext cx="0" cy="0"/>
          <a:chOff x="0" y="0"/>
          <a:chExt cx="0" cy="0"/>
        </a:xfrm>
      </p:grpSpPr>
      <p:sp>
        <p:nvSpPr>
          <p:cNvPr id="113" name="Google Shape;113;p84"/>
          <p:cNvSpPr txBox="1"/>
          <p:nvPr>
            <p:ph type="title"/>
          </p:nvPr>
        </p:nvSpPr>
        <p:spPr>
          <a:xfrm>
            <a:off x="630115" y="457200"/>
            <a:ext cx="2948354" cy="1600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954"/>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84"/>
          <p:cNvSpPr txBox="1"/>
          <p:nvPr>
            <p:ph idx="1" type="body"/>
          </p:nvPr>
        </p:nvSpPr>
        <p:spPr>
          <a:xfrm>
            <a:off x="3887666" y="987426"/>
            <a:ext cx="4629150" cy="4873625"/>
          </a:xfrm>
          <a:prstGeom prst="rect">
            <a:avLst/>
          </a:prstGeom>
          <a:noFill/>
          <a:ln>
            <a:noFill/>
          </a:ln>
        </p:spPr>
        <p:txBody>
          <a:bodyPr anchorCtr="0" anchor="t" bIns="45700" lIns="91425" spcFirstLastPara="1" rIns="91425" wrap="square" tIns="45700">
            <a:noAutofit/>
          </a:bodyPr>
          <a:lstStyle>
            <a:lvl1pPr indent="-416179" lvl="0" marL="457200" algn="l">
              <a:spcBef>
                <a:spcPts val="591"/>
              </a:spcBef>
              <a:spcAft>
                <a:spcPts val="0"/>
              </a:spcAft>
              <a:buSzPts val="2954"/>
              <a:buChar char="⮚"/>
              <a:defRPr sz="2954"/>
            </a:lvl1pPr>
            <a:lvl2pPr indent="-392747" lvl="1" marL="914400" algn="l">
              <a:spcBef>
                <a:spcPts val="517"/>
              </a:spcBef>
              <a:spcAft>
                <a:spcPts val="0"/>
              </a:spcAft>
              <a:buClr>
                <a:schemeClr val="dk1"/>
              </a:buClr>
              <a:buSzPts val="2585"/>
              <a:buChar char="⮲"/>
              <a:defRPr sz="2585"/>
            </a:lvl2pPr>
            <a:lvl3pPr indent="-369252" lvl="2" marL="1371600" algn="l">
              <a:spcBef>
                <a:spcPts val="443"/>
              </a:spcBef>
              <a:spcAft>
                <a:spcPts val="0"/>
              </a:spcAft>
              <a:buClr>
                <a:schemeClr val="dk1"/>
              </a:buClr>
              <a:buSzPts val="2215"/>
              <a:buChar char="▪"/>
              <a:defRPr sz="2215"/>
            </a:lvl3pPr>
            <a:lvl4pPr indent="-345820" lvl="3" marL="1828800" algn="l">
              <a:spcBef>
                <a:spcPts val="369"/>
              </a:spcBef>
              <a:spcAft>
                <a:spcPts val="0"/>
              </a:spcAft>
              <a:buClr>
                <a:schemeClr val="dk1"/>
              </a:buClr>
              <a:buSzPts val="1846"/>
              <a:buFont typeface="Arial"/>
              <a:buChar char="•"/>
              <a:defRPr sz="1845"/>
            </a:lvl4pPr>
            <a:lvl5pPr indent="-345820" lvl="4" marL="2286000" algn="l">
              <a:spcBef>
                <a:spcPts val="369"/>
              </a:spcBef>
              <a:spcAft>
                <a:spcPts val="0"/>
              </a:spcAft>
              <a:buClr>
                <a:schemeClr val="dk1"/>
              </a:buClr>
              <a:buSzPts val="1846"/>
              <a:buFont typeface="Arial"/>
              <a:buChar char="»"/>
              <a:defRPr sz="1845"/>
            </a:lvl5pPr>
            <a:lvl6pPr indent="-345820" lvl="5" marL="2743200" algn="l">
              <a:lnSpc>
                <a:spcPct val="90000"/>
              </a:lnSpc>
              <a:spcBef>
                <a:spcPts val="462"/>
              </a:spcBef>
              <a:spcAft>
                <a:spcPts val="0"/>
              </a:spcAft>
              <a:buClr>
                <a:schemeClr val="dk1"/>
              </a:buClr>
              <a:buSzPts val="1846"/>
              <a:buChar char="•"/>
              <a:defRPr sz="1845"/>
            </a:lvl6pPr>
            <a:lvl7pPr indent="-345820" lvl="6" marL="3200400" algn="l">
              <a:lnSpc>
                <a:spcPct val="90000"/>
              </a:lnSpc>
              <a:spcBef>
                <a:spcPts val="462"/>
              </a:spcBef>
              <a:spcAft>
                <a:spcPts val="0"/>
              </a:spcAft>
              <a:buClr>
                <a:schemeClr val="dk1"/>
              </a:buClr>
              <a:buSzPts val="1846"/>
              <a:buChar char="•"/>
              <a:defRPr sz="1845"/>
            </a:lvl7pPr>
            <a:lvl8pPr indent="-345821" lvl="7" marL="3657600" algn="l">
              <a:lnSpc>
                <a:spcPct val="90000"/>
              </a:lnSpc>
              <a:spcBef>
                <a:spcPts val="462"/>
              </a:spcBef>
              <a:spcAft>
                <a:spcPts val="0"/>
              </a:spcAft>
              <a:buClr>
                <a:schemeClr val="dk1"/>
              </a:buClr>
              <a:buSzPts val="1846"/>
              <a:buChar char="•"/>
              <a:defRPr sz="1845"/>
            </a:lvl8pPr>
            <a:lvl9pPr indent="-345821" lvl="8" marL="4114800" algn="l">
              <a:lnSpc>
                <a:spcPct val="90000"/>
              </a:lnSpc>
              <a:spcBef>
                <a:spcPts val="462"/>
              </a:spcBef>
              <a:spcAft>
                <a:spcPts val="0"/>
              </a:spcAft>
              <a:buClr>
                <a:schemeClr val="dk1"/>
              </a:buClr>
              <a:buSzPts val="1846"/>
              <a:buChar char="•"/>
              <a:defRPr sz="1845"/>
            </a:lvl9pPr>
          </a:lstStyle>
          <a:p/>
        </p:txBody>
      </p:sp>
      <p:sp>
        <p:nvSpPr>
          <p:cNvPr id="115" name="Google Shape;115;p84"/>
          <p:cNvSpPr txBox="1"/>
          <p:nvPr>
            <p:ph idx="2" type="body"/>
          </p:nvPr>
        </p:nvSpPr>
        <p:spPr>
          <a:xfrm>
            <a:off x="630115" y="2057400"/>
            <a:ext cx="2948354" cy="3811588"/>
          </a:xfrm>
          <a:prstGeom prst="rect">
            <a:avLst/>
          </a:prstGeom>
          <a:noFill/>
          <a:ln>
            <a:noFill/>
          </a:ln>
        </p:spPr>
        <p:txBody>
          <a:bodyPr anchorCtr="0" anchor="t" bIns="45700" lIns="91425" spcFirstLastPara="1" rIns="91425" wrap="square" tIns="45700">
            <a:noAutofit/>
          </a:bodyPr>
          <a:lstStyle>
            <a:lvl1pPr indent="-228600" lvl="0" marL="457200" algn="l">
              <a:spcBef>
                <a:spcPts val="295"/>
              </a:spcBef>
              <a:spcAft>
                <a:spcPts val="0"/>
              </a:spcAft>
              <a:buSzPts val="1477"/>
              <a:buNone/>
              <a:defRPr sz="1477"/>
            </a:lvl1pPr>
            <a:lvl2pPr indent="-228600" lvl="1" marL="914400" algn="l">
              <a:spcBef>
                <a:spcPts val="258"/>
              </a:spcBef>
              <a:spcAft>
                <a:spcPts val="0"/>
              </a:spcAft>
              <a:buClr>
                <a:schemeClr val="dk1"/>
              </a:buClr>
              <a:buSzPts val="1292"/>
              <a:buNone/>
              <a:defRPr sz="1292"/>
            </a:lvl2pPr>
            <a:lvl3pPr indent="-228600" lvl="2" marL="1371600" algn="l">
              <a:spcBef>
                <a:spcPts val="222"/>
              </a:spcBef>
              <a:spcAft>
                <a:spcPts val="0"/>
              </a:spcAft>
              <a:buClr>
                <a:schemeClr val="dk1"/>
              </a:buClr>
              <a:buSzPts val="1108"/>
              <a:buNone/>
              <a:defRPr sz="1108"/>
            </a:lvl3pPr>
            <a:lvl4pPr indent="-228600" lvl="3" marL="1828800" algn="l">
              <a:spcBef>
                <a:spcPts val="185"/>
              </a:spcBef>
              <a:spcAft>
                <a:spcPts val="0"/>
              </a:spcAft>
              <a:buClr>
                <a:schemeClr val="dk1"/>
              </a:buClr>
              <a:buSzPts val="923"/>
              <a:buFont typeface="Arial"/>
              <a:buNone/>
              <a:defRPr sz="922"/>
            </a:lvl4pPr>
            <a:lvl5pPr indent="-228600" lvl="4" marL="2286000" algn="l">
              <a:spcBef>
                <a:spcPts val="185"/>
              </a:spcBef>
              <a:spcAft>
                <a:spcPts val="0"/>
              </a:spcAft>
              <a:buClr>
                <a:schemeClr val="dk1"/>
              </a:buClr>
              <a:buSzPts val="923"/>
              <a:buFont typeface="Arial"/>
              <a:buNone/>
              <a:defRPr sz="922"/>
            </a:lvl5pPr>
            <a:lvl6pPr indent="-228600" lvl="5" marL="2743200" algn="l">
              <a:lnSpc>
                <a:spcPct val="90000"/>
              </a:lnSpc>
              <a:spcBef>
                <a:spcPts val="462"/>
              </a:spcBef>
              <a:spcAft>
                <a:spcPts val="0"/>
              </a:spcAft>
              <a:buClr>
                <a:schemeClr val="dk1"/>
              </a:buClr>
              <a:buSzPts val="923"/>
              <a:buNone/>
              <a:defRPr sz="922"/>
            </a:lvl6pPr>
            <a:lvl7pPr indent="-228600" lvl="6" marL="3200400" algn="l">
              <a:lnSpc>
                <a:spcPct val="90000"/>
              </a:lnSpc>
              <a:spcBef>
                <a:spcPts val="462"/>
              </a:spcBef>
              <a:spcAft>
                <a:spcPts val="0"/>
              </a:spcAft>
              <a:buClr>
                <a:schemeClr val="dk1"/>
              </a:buClr>
              <a:buSzPts val="923"/>
              <a:buNone/>
              <a:defRPr sz="922"/>
            </a:lvl7pPr>
            <a:lvl8pPr indent="-228600" lvl="7" marL="3657600" algn="l">
              <a:lnSpc>
                <a:spcPct val="90000"/>
              </a:lnSpc>
              <a:spcBef>
                <a:spcPts val="462"/>
              </a:spcBef>
              <a:spcAft>
                <a:spcPts val="0"/>
              </a:spcAft>
              <a:buClr>
                <a:schemeClr val="dk1"/>
              </a:buClr>
              <a:buSzPts val="923"/>
              <a:buNone/>
              <a:defRPr sz="922"/>
            </a:lvl8pPr>
            <a:lvl9pPr indent="-228600" lvl="8" marL="4114800" algn="l">
              <a:lnSpc>
                <a:spcPct val="90000"/>
              </a:lnSpc>
              <a:spcBef>
                <a:spcPts val="462"/>
              </a:spcBef>
              <a:spcAft>
                <a:spcPts val="0"/>
              </a:spcAft>
              <a:buClr>
                <a:schemeClr val="dk1"/>
              </a:buClr>
              <a:buSzPts val="923"/>
              <a:buNone/>
              <a:defRPr sz="922"/>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6" name="Shape 116"/>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86"/>
          <p:cNvSpPr txBox="1"/>
          <p:nvPr>
            <p:ph type="title"/>
          </p:nvPr>
        </p:nvSpPr>
        <p:spPr>
          <a:xfrm>
            <a:off x="849312" y="0"/>
            <a:ext cx="8110537" cy="609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9" name="Shape 119"/>
        <p:cNvGrpSpPr/>
        <p:nvPr/>
      </p:nvGrpSpPr>
      <p:grpSpPr>
        <a:xfrm>
          <a:off x="0" y="0"/>
          <a:ext cx="0" cy="0"/>
          <a:chOff x="0" y="0"/>
          <a:chExt cx="0" cy="0"/>
        </a:xfrm>
      </p:grpSpPr>
      <p:sp>
        <p:nvSpPr>
          <p:cNvPr id="120" name="Google Shape;120;p87"/>
          <p:cNvSpPr txBox="1"/>
          <p:nvPr>
            <p:ph type="title"/>
          </p:nvPr>
        </p:nvSpPr>
        <p:spPr>
          <a:xfrm>
            <a:off x="630116" y="365126"/>
            <a:ext cx="7886700" cy="132556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87"/>
          <p:cNvSpPr txBox="1"/>
          <p:nvPr>
            <p:ph idx="1" type="body"/>
          </p:nvPr>
        </p:nvSpPr>
        <p:spPr>
          <a:xfrm>
            <a:off x="630116" y="1681163"/>
            <a:ext cx="3868615" cy="823912"/>
          </a:xfrm>
          <a:prstGeom prst="rect">
            <a:avLst/>
          </a:prstGeom>
          <a:noFill/>
          <a:ln>
            <a:noFill/>
          </a:ln>
        </p:spPr>
        <p:txBody>
          <a:bodyPr anchorCtr="0" anchor="b" bIns="45700" lIns="91425" spcFirstLastPara="1" rIns="91425" wrap="square" tIns="45700">
            <a:noAutofit/>
          </a:bodyPr>
          <a:lstStyle>
            <a:lvl1pPr indent="-228600" lvl="0" marL="457200" algn="l">
              <a:spcBef>
                <a:spcPts val="443"/>
              </a:spcBef>
              <a:spcAft>
                <a:spcPts val="0"/>
              </a:spcAft>
              <a:buSzPts val="2215"/>
              <a:buNone/>
              <a:defRPr b="1" sz="2215"/>
            </a:lvl1pPr>
            <a:lvl2pPr indent="-228600" lvl="1" marL="914400" algn="l">
              <a:spcBef>
                <a:spcPts val="369"/>
              </a:spcBef>
              <a:spcAft>
                <a:spcPts val="0"/>
              </a:spcAft>
              <a:buClr>
                <a:schemeClr val="dk1"/>
              </a:buClr>
              <a:buSzPts val="1846"/>
              <a:buNone/>
              <a:defRPr b="1" sz="1845"/>
            </a:lvl2pPr>
            <a:lvl3pPr indent="-228600" lvl="2" marL="1371600" algn="l">
              <a:spcBef>
                <a:spcPts val="332"/>
              </a:spcBef>
              <a:spcAft>
                <a:spcPts val="0"/>
              </a:spcAft>
              <a:buClr>
                <a:schemeClr val="dk1"/>
              </a:buClr>
              <a:buSzPts val="1662"/>
              <a:buNone/>
              <a:defRPr b="1" sz="1662"/>
            </a:lvl3pPr>
            <a:lvl4pPr indent="-228600" lvl="3" marL="1828800" algn="l">
              <a:spcBef>
                <a:spcPts val="295"/>
              </a:spcBef>
              <a:spcAft>
                <a:spcPts val="0"/>
              </a:spcAft>
              <a:buClr>
                <a:schemeClr val="dk1"/>
              </a:buClr>
              <a:buSzPts val="1477"/>
              <a:buFont typeface="Arial"/>
              <a:buNone/>
              <a:defRPr b="1" sz="1477"/>
            </a:lvl4pPr>
            <a:lvl5pPr indent="-228600" lvl="4" marL="2286000" algn="l">
              <a:spcBef>
                <a:spcPts val="295"/>
              </a:spcBef>
              <a:spcAft>
                <a:spcPts val="0"/>
              </a:spcAft>
              <a:buClr>
                <a:schemeClr val="dk1"/>
              </a:buClr>
              <a:buSzPts val="1477"/>
              <a:buFont typeface="Arial"/>
              <a:buNone/>
              <a:defRPr b="1" sz="1477"/>
            </a:lvl5pPr>
            <a:lvl6pPr indent="-228600" lvl="5" marL="2743200" algn="l">
              <a:lnSpc>
                <a:spcPct val="90000"/>
              </a:lnSpc>
              <a:spcBef>
                <a:spcPts val="462"/>
              </a:spcBef>
              <a:spcAft>
                <a:spcPts val="0"/>
              </a:spcAft>
              <a:buClr>
                <a:schemeClr val="dk1"/>
              </a:buClr>
              <a:buSzPts val="1477"/>
              <a:buNone/>
              <a:defRPr b="1" sz="1477"/>
            </a:lvl6pPr>
            <a:lvl7pPr indent="-228600" lvl="6" marL="3200400" algn="l">
              <a:lnSpc>
                <a:spcPct val="90000"/>
              </a:lnSpc>
              <a:spcBef>
                <a:spcPts val="462"/>
              </a:spcBef>
              <a:spcAft>
                <a:spcPts val="0"/>
              </a:spcAft>
              <a:buClr>
                <a:schemeClr val="dk1"/>
              </a:buClr>
              <a:buSzPts val="1477"/>
              <a:buNone/>
              <a:defRPr b="1" sz="1477"/>
            </a:lvl7pPr>
            <a:lvl8pPr indent="-228600" lvl="7" marL="3657600" algn="l">
              <a:lnSpc>
                <a:spcPct val="90000"/>
              </a:lnSpc>
              <a:spcBef>
                <a:spcPts val="462"/>
              </a:spcBef>
              <a:spcAft>
                <a:spcPts val="0"/>
              </a:spcAft>
              <a:buClr>
                <a:schemeClr val="dk1"/>
              </a:buClr>
              <a:buSzPts val="1477"/>
              <a:buNone/>
              <a:defRPr b="1" sz="1477"/>
            </a:lvl8pPr>
            <a:lvl9pPr indent="-228600" lvl="8" marL="4114800" algn="l">
              <a:lnSpc>
                <a:spcPct val="90000"/>
              </a:lnSpc>
              <a:spcBef>
                <a:spcPts val="462"/>
              </a:spcBef>
              <a:spcAft>
                <a:spcPts val="0"/>
              </a:spcAft>
              <a:buClr>
                <a:schemeClr val="dk1"/>
              </a:buClr>
              <a:buSzPts val="1477"/>
              <a:buNone/>
              <a:defRPr b="1" sz="1477"/>
            </a:lvl9pPr>
          </a:lstStyle>
          <a:p/>
        </p:txBody>
      </p:sp>
      <p:sp>
        <p:nvSpPr>
          <p:cNvPr id="122" name="Google Shape;122;p87"/>
          <p:cNvSpPr txBox="1"/>
          <p:nvPr>
            <p:ph idx="2" type="body"/>
          </p:nvPr>
        </p:nvSpPr>
        <p:spPr>
          <a:xfrm>
            <a:off x="630116" y="2505075"/>
            <a:ext cx="3868615"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462"/>
              </a:spcBef>
              <a:spcAft>
                <a:spcPts val="0"/>
              </a:spcAft>
              <a:buClr>
                <a:schemeClr val="dk1"/>
              </a:buClr>
              <a:buSzPts val="1800"/>
              <a:buChar char="•"/>
              <a:defRPr/>
            </a:lvl6pPr>
            <a:lvl7pPr indent="-342900" lvl="6" marL="3200400" algn="l">
              <a:lnSpc>
                <a:spcPct val="90000"/>
              </a:lnSpc>
              <a:spcBef>
                <a:spcPts val="462"/>
              </a:spcBef>
              <a:spcAft>
                <a:spcPts val="0"/>
              </a:spcAft>
              <a:buClr>
                <a:schemeClr val="dk1"/>
              </a:buClr>
              <a:buSzPts val="1800"/>
              <a:buChar char="•"/>
              <a:defRPr/>
            </a:lvl7pPr>
            <a:lvl8pPr indent="-342900" lvl="7" marL="3657600" algn="l">
              <a:lnSpc>
                <a:spcPct val="90000"/>
              </a:lnSpc>
              <a:spcBef>
                <a:spcPts val="462"/>
              </a:spcBef>
              <a:spcAft>
                <a:spcPts val="0"/>
              </a:spcAft>
              <a:buClr>
                <a:schemeClr val="dk1"/>
              </a:buClr>
              <a:buSzPts val="1800"/>
              <a:buChar char="•"/>
              <a:defRPr/>
            </a:lvl8pPr>
            <a:lvl9pPr indent="-342900" lvl="8" marL="4114800" algn="l">
              <a:lnSpc>
                <a:spcPct val="90000"/>
              </a:lnSpc>
              <a:spcBef>
                <a:spcPts val="462"/>
              </a:spcBef>
              <a:spcAft>
                <a:spcPts val="0"/>
              </a:spcAft>
              <a:buClr>
                <a:schemeClr val="dk1"/>
              </a:buClr>
              <a:buSzPts val="1800"/>
              <a:buChar char="•"/>
              <a:defRPr/>
            </a:lvl9pPr>
          </a:lstStyle>
          <a:p/>
        </p:txBody>
      </p:sp>
      <p:sp>
        <p:nvSpPr>
          <p:cNvPr id="123" name="Google Shape;123;p87"/>
          <p:cNvSpPr txBox="1"/>
          <p:nvPr>
            <p:ph idx="3" type="body"/>
          </p:nvPr>
        </p:nvSpPr>
        <p:spPr>
          <a:xfrm>
            <a:off x="4629151" y="1681163"/>
            <a:ext cx="3887665" cy="823912"/>
          </a:xfrm>
          <a:prstGeom prst="rect">
            <a:avLst/>
          </a:prstGeom>
          <a:noFill/>
          <a:ln>
            <a:noFill/>
          </a:ln>
        </p:spPr>
        <p:txBody>
          <a:bodyPr anchorCtr="0" anchor="b" bIns="45700" lIns="91425" spcFirstLastPara="1" rIns="91425" wrap="square" tIns="45700">
            <a:noAutofit/>
          </a:bodyPr>
          <a:lstStyle>
            <a:lvl1pPr indent="-228600" lvl="0" marL="457200" algn="l">
              <a:spcBef>
                <a:spcPts val="443"/>
              </a:spcBef>
              <a:spcAft>
                <a:spcPts val="0"/>
              </a:spcAft>
              <a:buSzPts val="2215"/>
              <a:buNone/>
              <a:defRPr b="1" sz="2215"/>
            </a:lvl1pPr>
            <a:lvl2pPr indent="-228600" lvl="1" marL="914400" algn="l">
              <a:spcBef>
                <a:spcPts val="369"/>
              </a:spcBef>
              <a:spcAft>
                <a:spcPts val="0"/>
              </a:spcAft>
              <a:buClr>
                <a:schemeClr val="dk1"/>
              </a:buClr>
              <a:buSzPts val="1846"/>
              <a:buNone/>
              <a:defRPr b="1" sz="1845"/>
            </a:lvl2pPr>
            <a:lvl3pPr indent="-228600" lvl="2" marL="1371600" algn="l">
              <a:spcBef>
                <a:spcPts val="332"/>
              </a:spcBef>
              <a:spcAft>
                <a:spcPts val="0"/>
              </a:spcAft>
              <a:buClr>
                <a:schemeClr val="dk1"/>
              </a:buClr>
              <a:buSzPts val="1662"/>
              <a:buNone/>
              <a:defRPr b="1" sz="1662"/>
            </a:lvl3pPr>
            <a:lvl4pPr indent="-228600" lvl="3" marL="1828800" algn="l">
              <a:spcBef>
                <a:spcPts val="295"/>
              </a:spcBef>
              <a:spcAft>
                <a:spcPts val="0"/>
              </a:spcAft>
              <a:buClr>
                <a:schemeClr val="dk1"/>
              </a:buClr>
              <a:buSzPts val="1477"/>
              <a:buFont typeface="Arial"/>
              <a:buNone/>
              <a:defRPr b="1" sz="1477"/>
            </a:lvl4pPr>
            <a:lvl5pPr indent="-228600" lvl="4" marL="2286000" algn="l">
              <a:spcBef>
                <a:spcPts val="295"/>
              </a:spcBef>
              <a:spcAft>
                <a:spcPts val="0"/>
              </a:spcAft>
              <a:buClr>
                <a:schemeClr val="dk1"/>
              </a:buClr>
              <a:buSzPts val="1477"/>
              <a:buFont typeface="Arial"/>
              <a:buNone/>
              <a:defRPr b="1" sz="1477"/>
            </a:lvl5pPr>
            <a:lvl6pPr indent="-228600" lvl="5" marL="2743200" algn="l">
              <a:lnSpc>
                <a:spcPct val="90000"/>
              </a:lnSpc>
              <a:spcBef>
                <a:spcPts val="462"/>
              </a:spcBef>
              <a:spcAft>
                <a:spcPts val="0"/>
              </a:spcAft>
              <a:buClr>
                <a:schemeClr val="dk1"/>
              </a:buClr>
              <a:buSzPts val="1477"/>
              <a:buNone/>
              <a:defRPr b="1" sz="1477"/>
            </a:lvl6pPr>
            <a:lvl7pPr indent="-228600" lvl="6" marL="3200400" algn="l">
              <a:lnSpc>
                <a:spcPct val="90000"/>
              </a:lnSpc>
              <a:spcBef>
                <a:spcPts val="462"/>
              </a:spcBef>
              <a:spcAft>
                <a:spcPts val="0"/>
              </a:spcAft>
              <a:buClr>
                <a:schemeClr val="dk1"/>
              </a:buClr>
              <a:buSzPts val="1477"/>
              <a:buNone/>
              <a:defRPr b="1" sz="1477"/>
            </a:lvl7pPr>
            <a:lvl8pPr indent="-228600" lvl="7" marL="3657600" algn="l">
              <a:lnSpc>
                <a:spcPct val="90000"/>
              </a:lnSpc>
              <a:spcBef>
                <a:spcPts val="462"/>
              </a:spcBef>
              <a:spcAft>
                <a:spcPts val="0"/>
              </a:spcAft>
              <a:buClr>
                <a:schemeClr val="dk1"/>
              </a:buClr>
              <a:buSzPts val="1477"/>
              <a:buNone/>
              <a:defRPr b="1" sz="1477"/>
            </a:lvl8pPr>
            <a:lvl9pPr indent="-228600" lvl="8" marL="4114800" algn="l">
              <a:lnSpc>
                <a:spcPct val="90000"/>
              </a:lnSpc>
              <a:spcBef>
                <a:spcPts val="462"/>
              </a:spcBef>
              <a:spcAft>
                <a:spcPts val="0"/>
              </a:spcAft>
              <a:buClr>
                <a:schemeClr val="dk1"/>
              </a:buClr>
              <a:buSzPts val="1477"/>
              <a:buNone/>
              <a:defRPr b="1" sz="1477"/>
            </a:lvl9pPr>
          </a:lstStyle>
          <a:p/>
        </p:txBody>
      </p:sp>
      <p:sp>
        <p:nvSpPr>
          <p:cNvPr id="124" name="Google Shape;124;p87"/>
          <p:cNvSpPr txBox="1"/>
          <p:nvPr>
            <p:ph idx="4" type="body"/>
          </p:nvPr>
        </p:nvSpPr>
        <p:spPr>
          <a:xfrm>
            <a:off x="4629151" y="2505075"/>
            <a:ext cx="3887665"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462"/>
              </a:spcBef>
              <a:spcAft>
                <a:spcPts val="0"/>
              </a:spcAft>
              <a:buClr>
                <a:schemeClr val="dk1"/>
              </a:buClr>
              <a:buSzPts val="1800"/>
              <a:buChar char="•"/>
              <a:defRPr/>
            </a:lvl6pPr>
            <a:lvl7pPr indent="-342900" lvl="6" marL="3200400" algn="l">
              <a:lnSpc>
                <a:spcPct val="90000"/>
              </a:lnSpc>
              <a:spcBef>
                <a:spcPts val="462"/>
              </a:spcBef>
              <a:spcAft>
                <a:spcPts val="0"/>
              </a:spcAft>
              <a:buClr>
                <a:schemeClr val="dk1"/>
              </a:buClr>
              <a:buSzPts val="1800"/>
              <a:buChar char="•"/>
              <a:defRPr/>
            </a:lvl7pPr>
            <a:lvl8pPr indent="-342900" lvl="7" marL="3657600" algn="l">
              <a:lnSpc>
                <a:spcPct val="90000"/>
              </a:lnSpc>
              <a:spcBef>
                <a:spcPts val="462"/>
              </a:spcBef>
              <a:spcAft>
                <a:spcPts val="0"/>
              </a:spcAft>
              <a:buClr>
                <a:schemeClr val="dk1"/>
              </a:buClr>
              <a:buSzPts val="1800"/>
              <a:buChar char="•"/>
              <a:defRPr/>
            </a:lvl8pPr>
            <a:lvl9pPr indent="-342900" lvl="8" marL="4114800" algn="l">
              <a:lnSpc>
                <a:spcPct val="90000"/>
              </a:lnSpc>
              <a:spcBef>
                <a:spcPts val="462"/>
              </a:spcBef>
              <a:spcAft>
                <a:spcPts val="0"/>
              </a:spcAft>
              <a:buClr>
                <a:schemeClr val="dk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5" name="Shape 125"/>
        <p:cNvGrpSpPr/>
        <p:nvPr/>
      </p:nvGrpSpPr>
      <p:grpSpPr>
        <a:xfrm>
          <a:off x="0" y="0"/>
          <a:ext cx="0" cy="0"/>
          <a:chOff x="0" y="0"/>
          <a:chExt cx="0" cy="0"/>
        </a:xfrm>
      </p:grpSpPr>
      <p:sp>
        <p:nvSpPr>
          <p:cNvPr id="126" name="Google Shape;126;p88"/>
          <p:cNvSpPr txBox="1"/>
          <p:nvPr>
            <p:ph type="title"/>
          </p:nvPr>
        </p:nvSpPr>
        <p:spPr>
          <a:xfrm>
            <a:off x="849312" y="0"/>
            <a:ext cx="8110537" cy="609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88"/>
          <p:cNvSpPr txBox="1"/>
          <p:nvPr>
            <p:ph idx="1" type="body"/>
          </p:nvPr>
        </p:nvSpPr>
        <p:spPr>
          <a:xfrm>
            <a:off x="650631" y="981075"/>
            <a:ext cx="4016620" cy="554355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462"/>
              </a:spcBef>
              <a:spcAft>
                <a:spcPts val="0"/>
              </a:spcAft>
              <a:buClr>
                <a:schemeClr val="dk1"/>
              </a:buClr>
              <a:buSzPts val="1800"/>
              <a:buChar char="•"/>
              <a:defRPr/>
            </a:lvl6pPr>
            <a:lvl7pPr indent="-342900" lvl="6" marL="3200400" algn="l">
              <a:lnSpc>
                <a:spcPct val="90000"/>
              </a:lnSpc>
              <a:spcBef>
                <a:spcPts val="462"/>
              </a:spcBef>
              <a:spcAft>
                <a:spcPts val="0"/>
              </a:spcAft>
              <a:buClr>
                <a:schemeClr val="dk1"/>
              </a:buClr>
              <a:buSzPts val="1800"/>
              <a:buChar char="•"/>
              <a:defRPr/>
            </a:lvl7pPr>
            <a:lvl8pPr indent="-342900" lvl="7" marL="3657600" algn="l">
              <a:lnSpc>
                <a:spcPct val="90000"/>
              </a:lnSpc>
              <a:spcBef>
                <a:spcPts val="462"/>
              </a:spcBef>
              <a:spcAft>
                <a:spcPts val="0"/>
              </a:spcAft>
              <a:buClr>
                <a:schemeClr val="dk1"/>
              </a:buClr>
              <a:buSzPts val="1800"/>
              <a:buChar char="•"/>
              <a:defRPr/>
            </a:lvl8pPr>
            <a:lvl9pPr indent="-342900" lvl="8" marL="4114800" algn="l">
              <a:lnSpc>
                <a:spcPct val="90000"/>
              </a:lnSpc>
              <a:spcBef>
                <a:spcPts val="462"/>
              </a:spcBef>
              <a:spcAft>
                <a:spcPts val="0"/>
              </a:spcAft>
              <a:buClr>
                <a:schemeClr val="dk1"/>
              </a:buClr>
              <a:buSzPts val="1800"/>
              <a:buChar char="•"/>
              <a:defRPr/>
            </a:lvl9pPr>
          </a:lstStyle>
          <a:p/>
        </p:txBody>
      </p:sp>
      <p:sp>
        <p:nvSpPr>
          <p:cNvPr id="128" name="Google Shape;128;p88"/>
          <p:cNvSpPr txBox="1"/>
          <p:nvPr>
            <p:ph idx="2" type="body"/>
          </p:nvPr>
        </p:nvSpPr>
        <p:spPr>
          <a:xfrm>
            <a:off x="4807928" y="981075"/>
            <a:ext cx="4018085" cy="554355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462"/>
              </a:spcBef>
              <a:spcAft>
                <a:spcPts val="0"/>
              </a:spcAft>
              <a:buClr>
                <a:schemeClr val="dk1"/>
              </a:buClr>
              <a:buSzPts val="1800"/>
              <a:buChar char="•"/>
              <a:defRPr/>
            </a:lvl6pPr>
            <a:lvl7pPr indent="-342900" lvl="6" marL="3200400" algn="l">
              <a:lnSpc>
                <a:spcPct val="90000"/>
              </a:lnSpc>
              <a:spcBef>
                <a:spcPts val="462"/>
              </a:spcBef>
              <a:spcAft>
                <a:spcPts val="0"/>
              </a:spcAft>
              <a:buClr>
                <a:schemeClr val="dk1"/>
              </a:buClr>
              <a:buSzPts val="1800"/>
              <a:buChar char="•"/>
              <a:defRPr/>
            </a:lvl7pPr>
            <a:lvl8pPr indent="-342900" lvl="7" marL="3657600" algn="l">
              <a:lnSpc>
                <a:spcPct val="90000"/>
              </a:lnSpc>
              <a:spcBef>
                <a:spcPts val="462"/>
              </a:spcBef>
              <a:spcAft>
                <a:spcPts val="0"/>
              </a:spcAft>
              <a:buClr>
                <a:schemeClr val="dk1"/>
              </a:buClr>
              <a:buSzPts val="1800"/>
              <a:buChar char="•"/>
              <a:defRPr/>
            </a:lvl8pPr>
            <a:lvl9pPr indent="-342900" lvl="8" marL="4114800" algn="l">
              <a:lnSpc>
                <a:spcPct val="90000"/>
              </a:lnSpc>
              <a:spcBef>
                <a:spcPts val="462"/>
              </a:spcBef>
              <a:spcAft>
                <a:spcPts val="0"/>
              </a:spcAft>
              <a:buClr>
                <a:schemeClr val="dk1"/>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9" name="Shape 129"/>
        <p:cNvGrpSpPr/>
        <p:nvPr/>
      </p:nvGrpSpPr>
      <p:grpSpPr>
        <a:xfrm>
          <a:off x="0" y="0"/>
          <a:ext cx="0" cy="0"/>
          <a:chOff x="0" y="0"/>
          <a:chExt cx="0" cy="0"/>
        </a:xfrm>
      </p:grpSpPr>
      <p:sp>
        <p:nvSpPr>
          <p:cNvPr id="130" name="Google Shape;130;p89"/>
          <p:cNvSpPr txBox="1"/>
          <p:nvPr>
            <p:ph type="title"/>
          </p:nvPr>
        </p:nvSpPr>
        <p:spPr>
          <a:xfrm>
            <a:off x="624254" y="1709739"/>
            <a:ext cx="7886700" cy="285273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5539"/>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89"/>
          <p:cNvSpPr txBox="1"/>
          <p:nvPr>
            <p:ph idx="1" type="body"/>
          </p:nvPr>
        </p:nvSpPr>
        <p:spPr>
          <a:xfrm>
            <a:off x="624254" y="4589464"/>
            <a:ext cx="7886700" cy="1500187"/>
          </a:xfrm>
          <a:prstGeom prst="rect">
            <a:avLst/>
          </a:prstGeom>
          <a:noFill/>
          <a:ln>
            <a:noFill/>
          </a:ln>
        </p:spPr>
        <p:txBody>
          <a:bodyPr anchorCtr="0" anchor="t" bIns="45700" lIns="91425" spcFirstLastPara="1" rIns="91425" wrap="square" tIns="45700">
            <a:noAutofit/>
          </a:bodyPr>
          <a:lstStyle>
            <a:lvl1pPr indent="-228600" lvl="0" marL="457200" algn="l">
              <a:spcBef>
                <a:spcPts val="443"/>
              </a:spcBef>
              <a:spcAft>
                <a:spcPts val="0"/>
              </a:spcAft>
              <a:buSzPts val="2215"/>
              <a:buNone/>
              <a:defRPr sz="2215"/>
            </a:lvl1pPr>
            <a:lvl2pPr indent="-228600" lvl="1" marL="914400" algn="l">
              <a:spcBef>
                <a:spcPts val="369"/>
              </a:spcBef>
              <a:spcAft>
                <a:spcPts val="0"/>
              </a:spcAft>
              <a:buClr>
                <a:schemeClr val="dk1"/>
              </a:buClr>
              <a:buSzPts val="1846"/>
              <a:buNone/>
              <a:defRPr sz="1845"/>
            </a:lvl2pPr>
            <a:lvl3pPr indent="-228600" lvl="2" marL="1371600" algn="l">
              <a:spcBef>
                <a:spcPts val="332"/>
              </a:spcBef>
              <a:spcAft>
                <a:spcPts val="0"/>
              </a:spcAft>
              <a:buClr>
                <a:schemeClr val="dk1"/>
              </a:buClr>
              <a:buSzPts val="1662"/>
              <a:buNone/>
              <a:defRPr sz="1662"/>
            </a:lvl3pPr>
            <a:lvl4pPr indent="-228600" lvl="3" marL="1828800" algn="l">
              <a:spcBef>
                <a:spcPts val="295"/>
              </a:spcBef>
              <a:spcAft>
                <a:spcPts val="0"/>
              </a:spcAft>
              <a:buClr>
                <a:schemeClr val="dk1"/>
              </a:buClr>
              <a:buSzPts val="1477"/>
              <a:buFont typeface="Arial"/>
              <a:buNone/>
              <a:defRPr sz="1477"/>
            </a:lvl4pPr>
            <a:lvl5pPr indent="-228600" lvl="4" marL="2286000" algn="l">
              <a:spcBef>
                <a:spcPts val="295"/>
              </a:spcBef>
              <a:spcAft>
                <a:spcPts val="0"/>
              </a:spcAft>
              <a:buClr>
                <a:schemeClr val="dk1"/>
              </a:buClr>
              <a:buSzPts val="1477"/>
              <a:buFont typeface="Arial"/>
              <a:buNone/>
              <a:defRPr sz="1477"/>
            </a:lvl5pPr>
            <a:lvl6pPr indent="-228600" lvl="5" marL="2743200" algn="l">
              <a:lnSpc>
                <a:spcPct val="90000"/>
              </a:lnSpc>
              <a:spcBef>
                <a:spcPts val="462"/>
              </a:spcBef>
              <a:spcAft>
                <a:spcPts val="0"/>
              </a:spcAft>
              <a:buClr>
                <a:schemeClr val="dk1"/>
              </a:buClr>
              <a:buSzPts val="1477"/>
              <a:buNone/>
              <a:defRPr sz="1477"/>
            </a:lvl6pPr>
            <a:lvl7pPr indent="-228600" lvl="6" marL="3200400" algn="l">
              <a:lnSpc>
                <a:spcPct val="90000"/>
              </a:lnSpc>
              <a:spcBef>
                <a:spcPts val="462"/>
              </a:spcBef>
              <a:spcAft>
                <a:spcPts val="0"/>
              </a:spcAft>
              <a:buClr>
                <a:schemeClr val="dk1"/>
              </a:buClr>
              <a:buSzPts val="1477"/>
              <a:buNone/>
              <a:defRPr sz="1477"/>
            </a:lvl7pPr>
            <a:lvl8pPr indent="-228600" lvl="7" marL="3657600" algn="l">
              <a:lnSpc>
                <a:spcPct val="90000"/>
              </a:lnSpc>
              <a:spcBef>
                <a:spcPts val="462"/>
              </a:spcBef>
              <a:spcAft>
                <a:spcPts val="0"/>
              </a:spcAft>
              <a:buClr>
                <a:schemeClr val="dk1"/>
              </a:buClr>
              <a:buSzPts val="1477"/>
              <a:buNone/>
              <a:defRPr sz="1477"/>
            </a:lvl8pPr>
            <a:lvl9pPr indent="-228600" lvl="8" marL="4114800" algn="l">
              <a:lnSpc>
                <a:spcPct val="90000"/>
              </a:lnSpc>
              <a:spcBef>
                <a:spcPts val="462"/>
              </a:spcBef>
              <a:spcAft>
                <a:spcPts val="0"/>
              </a:spcAft>
              <a:buClr>
                <a:schemeClr val="dk1"/>
              </a:buClr>
              <a:buSzPts val="1477"/>
              <a:buNone/>
              <a:defRPr sz="1477"/>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2" name="Shape 132"/>
        <p:cNvGrpSpPr/>
        <p:nvPr/>
      </p:nvGrpSpPr>
      <p:grpSpPr>
        <a:xfrm>
          <a:off x="0" y="0"/>
          <a:ext cx="0" cy="0"/>
          <a:chOff x="0" y="0"/>
          <a:chExt cx="0" cy="0"/>
        </a:xfrm>
      </p:grpSpPr>
      <p:sp>
        <p:nvSpPr>
          <p:cNvPr id="133" name="Google Shape;133;p90"/>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5539"/>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90"/>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spcBef>
                <a:spcPts val="443"/>
              </a:spcBef>
              <a:spcAft>
                <a:spcPts val="0"/>
              </a:spcAft>
              <a:buSzPts val="2215"/>
              <a:buNone/>
              <a:defRPr sz="2215"/>
            </a:lvl1pPr>
            <a:lvl2pPr lvl="1" algn="ctr">
              <a:spcBef>
                <a:spcPts val="369"/>
              </a:spcBef>
              <a:spcAft>
                <a:spcPts val="0"/>
              </a:spcAft>
              <a:buClr>
                <a:schemeClr val="dk1"/>
              </a:buClr>
              <a:buSzPts val="1846"/>
              <a:buNone/>
              <a:defRPr sz="1845"/>
            </a:lvl2pPr>
            <a:lvl3pPr lvl="2" algn="ctr">
              <a:spcBef>
                <a:spcPts val="332"/>
              </a:spcBef>
              <a:spcAft>
                <a:spcPts val="0"/>
              </a:spcAft>
              <a:buClr>
                <a:schemeClr val="dk1"/>
              </a:buClr>
              <a:buSzPts val="1662"/>
              <a:buNone/>
              <a:defRPr sz="1662"/>
            </a:lvl3pPr>
            <a:lvl4pPr lvl="3" algn="ctr">
              <a:spcBef>
                <a:spcPts val="295"/>
              </a:spcBef>
              <a:spcAft>
                <a:spcPts val="0"/>
              </a:spcAft>
              <a:buClr>
                <a:schemeClr val="dk1"/>
              </a:buClr>
              <a:buSzPts val="1477"/>
              <a:buFont typeface="Arial"/>
              <a:buNone/>
              <a:defRPr sz="1477"/>
            </a:lvl4pPr>
            <a:lvl5pPr lvl="4" algn="ctr">
              <a:spcBef>
                <a:spcPts val="295"/>
              </a:spcBef>
              <a:spcAft>
                <a:spcPts val="0"/>
              </a:spcAft>
              <a:buClr>
                <a:schemeClr val="dk1"/>
              </a:buClr>
              <a:buSzPts val="1477"/>
              <a:buFont typeface="Arial"/>
              <a:buNone/>
              <a:defRPr sz="1477"/>
            </a:lvl5pPr>
            <a:lvl6pPr lvl="5" algn="ctr">
              <a:lnSpc>
                <a:spcPct val="90000"/>
              </a:lnSpc>
              <a:spcBef>
                <a:spcPts val="462"/>
              </a:spcBef>
              <a:spcAft>
                <a:spcPts val="0"/>
              </a:spcAft>
              <a:buClr>
                <a:schemeClr val="dk1"/>
              </a:buClr>
              <a:buSzPts val="1477"/>
              <a:buNone/>
              <a:defRPr sz="1477"/>
            </a:lvl6pPr>
            <a:lvl7pPr lvl="6" algn="ctr">
              <a:lnSpc>
                <a:spcPct val="90000"/>
              </a:lnSpc>
              <a:spcBef>
                <a:spcPts val="462"/>
              </a:spcBef>
              <a:spcAft>
                <a:spcPts val="0"/>
              </a:spcAft>
              <a:buClr>
                <a:schemeClr val="dk1"/>
              </a:buClr>
              <a:buSzPts val="1477"/>
              <a:buNone/>
              <a:defRPr sz="1477"/>
            </a:lvl7pPr>
            <a:lvl8pPr lvl="7" algn="ctr">
              <a:lnSpc>
                <a:spcPct val="90000"/>
              </a:lnSpc>
              <a:spcBef>
                <a:spcPts val="462"/>
              </a:spcBef>
              <a:spcAft>
                <a:spcPts val="0"/>
              </a:spcAft>
              <a:buClr>
                <a:schemeClr val="dk1"/>
              </a:buClr>
              <a:buSzPts val="1477"/>
              <a:buNone/>
              <a:defRPr sz="1477"/>
            </a:lvl8pPr>
            <a:lvl9pPr lvl="8" algn="ctr">
              <a:lnSpc>
                <a:spcPct val="90000"/>
              </a:lnSpc>
              <a:spcBef>
                <a:spcPts val="462"/>
              </a:spcBef>
              <a:spcAft>
                <a:spcPts val="0"/>
              </a:spcAft>
              <a:buClr>
                <a:schemeClr val="dk1"/>
              </a:buClr>
              <a:buSzPts val="1477"/>
              <a:buNone/>
              <a:defRPr sz="1477"/>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Slide">
  <p:cSld name="Question Slide">
    <p:spTree>
      <p:nvGrpSpPr>
        <p:cNvPr id="144" name="Shape 144"/>
        <p:cNvGrpSpPr/>
        <p:nvPr/>
      </p:nvGrpSpPr>
      <p:grpSpPr>
        <a:xfrm>
          <a:off x="0" y="0"/>
          <a:ext cx="0" cy="0"/>
          <a:chOff x="0" y="0"/>
          <a:chExt cx="0" cy="0"/>
        </a:xfrm>
      </p:grpSpPr>
      <p:sp>
        <p:nvSpPr>
          <p:cNvPr id="145" name="Google Shape;145;p46"/>
          <p:cNvSpPr txBox="1"/>
          <p:nvPr>
            <p:ph type="ctrTitle"/>
          </p:nvPr>
        </p:nvSpPr>
        <p:spPr>
          <a:xfrm>
            <a:off x="1554480" y="4043422"/>
            <a:ext cx="7524406" cy="62859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theme" Target="../theme/theme6.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13.xml"/><Relationship Id="rId10" Type="http://schemas.openxmlformats.org/officeDocument/2006/relationships/slideLayout" Target="../slideLayouts/slideLayout12.xml"/><Relationship Id="rId13" Type="http://schemas.openxmlformats.org/officeDocument/2006/relationships/theme" Target="../theme/theme1.xml"/><Relationship Id="rId12" Type="http://schemas.openxmlformats.org/officeDocument/2006/relationships/slideLayout" Target="../slideLayouts/slideLayout14.xml"/><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9" Type="http://schemas.openxmlformats.org/officeDocument/2006/relationships/slideLayout" Target="../slideLayouts/slideLayout11.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5.jpg"/><Relationship Id="rId2" Type="http://schemas.openxmlformats.org/officeDocument/2006/relationships/slideLayout" Target="../slideLayouts/slideLayout27.xml"/><Relationship Id="rId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descr="Light horizontal" id="10" name="Google Shape;10;p33"/>
          <p:cNvSpPr txBox="1"/>
          <p:nvPr/>
        </p:nvSpPr>
        <p:spPr>
          <a:xfrm>
            <a:off x="0" y="9525"/>
            <a:ext cx="1476375" cy="68484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1" name="Google Shape;11;p33"/>
          <p:cNvSpPr txBox="1"/>
          <p:nvPr/>
        </p:nvSpPr>
        <p:spPr>
          <a:xfrm flipH="1" rot="10800000">
            <a:off x="0" y="3919537"/>
            <a:ext cx="9144000" cy="1106487"/>
          </a:xfrm>
          <a:prstGeom prst="rect">
            <a:avLst/>
          </a:prstGeom>
          <a:solidFill>
            <a:srgbClr val="4972B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 name="Google Shape;12;p33"/>
          <p:cNvSpPr txBox="1"/>
          <p:nvPr/>
        </p:nvSpPr>
        <p:spPr>
          <a:xfrm>
            <a:off x="3844925" y="495300"/>
            <a:ext cx="5024437" cy="2473325"/>
          </a:xfrm>
          <a:prstGeom prst="rect">
            <a:avLst/>
          </a:prstGeom>
          <a:blipFill rotWithShape="1">
            <a:blip r:embed="rId1">
              <a:alphaModFix amt="70000"/>
            </a:blip>
            <a:stretch>
              <a:fillRect b="0" l="0" r="0" t="0"/>
            </a:stretch>
          </a:blip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 name="Google Shape;13;p33"/>
          <p:cNvSpPr/>
          <p:nvPr/>
        </p:nvSpPr>
        <p:spPr>
          <a:xfrm>
            <a:off x="1474787" y="4808537"/>
            <a:ext cx="7129462" cy="504825"/>
          </a:xfrm>
          <a:prstGeom prst="roundRect">
            <a:avLst>
              <a:gd fmla="val 16667" name="adj"/>
            </a:avLst>
          </a:prstGeom>
          <a:solidFill>
            <a:srgbClr val="23387D"/>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Verdana"/>
              <a:buNone/>
            </a:pPr>
            <a:r>
              <a:rPr b="0" i="0" lang="en-US" sz="1600" u="none">
                <a:solidFill>
                  <a:schemeClr val="lt1"/>
                </a:solidFill>
                <a:latin typeface="Verdana"/>
                <a:ea typeface="Verdana"/>
                <a:cs typeface="Verdana"/>
                <a:sym typeface="Verdana"/>
              </a:rPr>
              <a:t>CT101 – Lập trình căn bản</a:t>
            </a:r>
            <a:endParaRPr/>
          </a:p>
        </p:txBody>
      </p:sp>
      <p:sp>
        <p:nvSpPr>
          <p:cNvPr id="14" name="Google Shape;14;p33"/>
          <p:cNvSpPr txBox="1"/>
          <p:nvPr/>
        </p:nvSpPr>
        <p:spPr>
          <a:xfrm>
            <a:off x="2971800" y="6264275"/>
            <a:ext cx="4191000"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A3D97"/>
              </a:buClr>
              <a:buSzPts val="1800"/>
              <a:buFont typeface="Verdana"/>
              <a:buNone/>
            </a:pPr>
            <a:r>
              <a:rPr b="1" i="0" lang="en-US" sz="1800" u="none">
                <a:solidFill>
                  <a:srgbClr val="1A3D97"/>
                </a:solidFill>
                <a:latin typeface="Verdana"/>
                <a:ea typeface="Verdana"/>
                <a:cs typeface="Verdana"/>
                <a:sym typeface="Verdana"/>
              </a:rPr>
              <a:t>Khoa CNTT&amp;TT – ĐHCT</a:t>
            </a:r>
            <a:endParaRPr/>
          </a:p>
        </p:txBody>
      </p:sp>
      <p:sp>
        <p:nvSpPr>
          <p:cNvPr id="15" name="Google Shape;15;p33"/>
          <p:cNvSpPr/>
          <p:nvPr/>
        </p:nvSpPr>
        <p:spPr>
          <a:xfrm rot="5400000">
            <a:off x="4910931" y="4652168"/>
            <a:ext cx="323850" cy="3059112"/>
          </a:xfrm>
          <a:prstGeom prst="moon">
            <a:avLst>
              <a:gd fmla="val 4581" name="adj"/>
            </a:avLst>
          </a:prstGeom>
          <a:solidFill>
            <a:srgbClr val="6A99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6" name="Google Shape;16;p33"/>
          <p:cNvSpPr txBox="1"/>
          <p:nvPr>
            <p:ph idx="1" type="body"/>
          </p:nvPr>
        </p:nvSpPr>
        <p:spPr>
          <a:xfrm>
            <a:off x="457200" y="1279525"/>
            <a:ext cx="8412162" cy="5211762"/>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50519" lvl="1" marL="914400" marR="0" rtl="0" algn="l">
              <a:lnSpc>
                <a:spcPct val="90000"/>
              </a:lnSpc>
              <a:spcBef>
                <a:spcPts val="500"/>
              </a:spcBef>
              <a:spcAft>
                <a:spcPts val="0"/>
              </a:spcAft>
              <a:buClr>
                <a:schemeClr val="dk1"/>
              </a:buClr>
              <a:buSzPts val="1920"/>
              <a:buFont typeface="Noto Sans Symbols"/>
              <a:buChar char="▪"/>
              <a:defRPr b="0" i="0" sz="2400" u="none" cap="none" strike="noStrike">
                <a:solidFill>
                  <a:schemeClr val="dk1"/>
                </a:solidFill>
                <a:latin typeface="Arial"/>
                <a:ea typeface="Arial"/>
                <a:cs typeface="Arial"/>
                <a:sym typeface="Arial"/>
              </a:defRPr>
            </a:lvl2pPr>
            <a:lvl3pPr indent="-317500" lvl="2" marL="1371600" marR="0" rtl="0" algn="l">
              <a:lnSpc>
                <a:spcPct val="90000"/>
              </a:lnSpc>
              <a:spcBef>
                <a:spcPts val="500"/>
              </a:spcBef>
              <a:spcAft>
                <a:spcPts val="0"/>
              </a:spcAft>
              <a:buClr>
                <a:schemeClr val="dk1"/>
              </a:buClr>
              <a:buSzPts val="1400"/>
              <a:buFont typeface="Courier New"/>
              <a:buChar char="o"/>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 name="Google Shape;17;p33"/>
          <p:cNvSpPr txBox="1"/>
          <p:nvPr>
            <p:ph type="title"/>
          </p:nvPr>
        </p:nvSpPr>
        <p:spPr>
          <a:xfrm>
            <a:off x="457200" y="365125"/>
            <a:ext cx="7954962" cy="638175"/>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1pPr>
            <a:lvl2pPr lvl="1"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2pPr>
            <a:lvl3pPr lvl="2"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3pPr>
            <a:lvl4pPr lvl="3"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4pPr>
            <a:lvl5pPr lvl="4"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5pPr>
            <a:lvl6pPr lvl="5"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6pPr>
            <a:lvl7pPr lvl="6"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7pPr>
            <a:lvl8pPr lvl="7"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8pPr>
            <a:lvl9pPr lvl="8"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9pPr>
          </a:lstStyle>
          <a:p/>
        </p:txBody>
      </p:sp>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 name="Shape 21"/>
        <p:cNvGrpSpPr/>
        <p:nvPr/>
      </p:nvGrpSpPr>
      <p:grpSpPr>
        <a:xfrm>
          <a:off x="0" y="0"/>
          <a:ext cx="0" cy="0"/>
          <a:chOff x="0" y="0"/>
          <a:chExt cx="0" cy="0"/>
        </a:xfrm>
      </p:grpSpPr>
      <p:sp>
        <p:nvSpPr>
          <p:cNvPr descr="Light horizontal" id="22" name="Google Shape;22;p35"/>
          <p:cNvSpPr txBox="1"/>
          <p:nvPr/>
        </p:nvSpPr>
        <p:spPr>
          <a:xfrm>
            <a:off x="9525" y="0"/>
            <a:ext cx="350837"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23" name="Google Shape;23;p35"/>
          <p:cNvSpPr txBox="1"/>
          <p:nvPr/>
        </p:nvSpPr>
        <p:spPr>
          <a:xfrm>
            <a:off x="0" y="-1587"/>
            <a:ext cx="9144000" cy="692150"/>
          </a:xfrm>
          <a:prstGeom prst="rect">
            <a:avLst/>
          </a:prstGeom>
          <a:solidFill>
            <a:srgbClr val="4972B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24" name="Google Shape;24;p35"/>
          <p:cNvSpPr/>
          <p:nvPr/>
        </p:nvSpPr>
        <p:spPr>
          <a:xfrm>
            <a:off x="350837" y="311150"/>
            <a:ext cx="7997825" cy="698500"/>
          </a:xfrm>
          <a:prstGeom prst="roundRect">
            <a:avLst>
              <a:gd fmla="val 16667" name="adj"/>
            </a:avLst>
          </a:prstGeom>
          <a:solidFill>
            <a:srgbClr val="23387D"/>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pic>
        <p:nvPicPr>
          <p:cNvPr id="25" name="Google Shape;25;p35"/>
          <p:cNvPicPr preferRelativeResize="0"/>
          <p:nvPr/>
        </p:nvPicPr>
        <p:blipFill rotWithShape="1">
          <a:blip r:embed="rId1">
            <a:alphaModFix/>
          </a:blip>
          <a:srcRect b="0" l="0" r="0" t="0"/>
          <a:stretch/>
        </p:blipFill>
        <p:spPr>
          <a:xfrm>
            <a:off x="8443912" y="-3175"/>
            <a:ext cx="685800" cy="685800"/>
          </a:xfrm>
          <a:prstGeom prst="rect">
            <a:avLst/>
          </a:prstGeom>
          <a:noFill/>
          <a:ln>
            <a:noFill/>
          </a:ln>
        </p:spPr>
      </p:pic>
      <p:cxnSp>
        <p:nvCxnSpPr>
          <p:cNvPr id="26" name="Google Shape;26;p35"/>
          <p:cNvCxnSpPr/>
          <p:nvPr/>
        </p:nvCxnSpPr>
        <p:spPr>
          <a:xfrm>
            <a:off x="365125" y="6459537"/>
            <a:ext cx="8504237" cy="0"/>
          </a:xfrm>
          <a:prstGeom prst="straightConnector1">
            <a:avLst/>
          </a:prstGeom>
          <a:noFill/>
          <a:ln cap="flat" cmpd="sng" w="9525">
            <a:solidFill>
              <a:schemeClr val="dk2"/>
            </a:solidFill>
            <a:prstDash val="solid"/>
            <a:miter lim="800000"/>
            <a:headEnd len="med" w="med" type="none"/>
            <a:tailEnd len="med" w="med" type="none"/>
          </a:ln>
        </p:spPr>
      </p:cxnSp>
      <p:sp>
        <p:nvSpPr>
          <p:cNvPr id="27" name="Google Shape;27;p35"/>
          <p:cNvSpPr txBox="1"/>
          <p:nvPr/>
        </p:nvSpPr>
        <p:spPr>
          <a:xfrm>
            <a:off x="365125" y="6472237"/>
            <a:ext cx="8504237" cy="255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387D"/>
              </a:buClr>
              <a:buSzPts val="1000"/>
              <a:buFont typeface="Verdana"/>
              <a:buNone/>
            </a:pPr>
            <a:r>
              <a:rPr b="1" i="0" lang="en-US" sz="1000" u="none">
                <a:solidFill>
                  <a:srgbClr val="23387D"/>
                </a:solidFill>
                <a:latin typeface="Verdana"/>
                <a:ea typeface="Verdana"/>
                <a:cs typeface="Verdana"/>
                <a:sym typeface="Verdana"/>
              </a:rPr>
              <a:t>CT101 - Lập trình căn bản                                                     </a:t>
            </a:r>
            <a:fld id="{00000000-1234-1234-1234-123412341234}" type="slidenum">
              <a:rPr b="1" i="0" lang="en-US" sz="1000" u="none">
                <a:solidFill>
                  <a:srgbClr val="23387D"/>
                </a:solidFill>
                <a:latin typeface="Verdana"/>
                <a:ea typeface="Verdana"/>
                <a:cs typeface="Verdana"/>
                <a:sym typeface="Verdana"/>
              </a:rPr>
              <a:t>‹#›</a:t>
            </a:fld>
            <a:r>
              <a:rPr b="1" i="0" lang="en-US" sz="1000" u="none">
                <a:solidFill>
                  <a:srgbClr val="23387D"/>
                </a:solidFill>
                <a:latin typeface="Verdana"/>
                <a:ea typeface="Verdana"/>
                <a:cs typeface="Verdana"/>
                <a:sym typeface="Verdana"/>
              </a:rPr>
              <a:t>                                                                  Khoa CNTT&amp;TT</a:t>
            </a:r>
            <a:endParaRPr/>
          </a:p>
        </p:txBody>
      </p:sp>
      <p:sp>
        <p:nvSpPr>
          <p:cNvPr id="28" name="Google Shape;28;p35"/>
          <p:cNvSpPr txBox="1"/>
          <p:nvPr>
            <p:ph idx="1" type="body"/>
          </p:nvPr>
        </p:nvSpPr>
        <p:spPr>
          <a:xfrm>
            <a:off x="457200" y="1279525"/>
            <a:ext cx="8412162" cy="5211762"/>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50519" lvl="1" marL="914400" marR="0" rtl="0" algn="l">
              <a:lnSpc>
                <a:spcPct val="90000"/>
              </a:lnSpc>
              <a:spcBef>
                <a:spcPts val="500"/>
              </a:spcBef>
              <a:spcAft>
                <a:spcPts val="0"/>
              </a:spcAft>
              <a:buClr>
                <a:schemeClr val="dk1"/>
              </a:buClr>
              <a:buSzPts val="1920"/>
              <a:buFont typeface="Noto Sans Symbols"/>
              <a:buChar char="▪"/>
              <a:defRPr b="0" i="0" sz="2400" u="none" cap="none" strike="noStrike">
                <a:solidFill>
                  <a:schemeClr val="dk1"/>
                </a:solidFill>
                <a:latin typeface="Arial"/>
                <a:ea typeface="Arial"/>
                <a:cs typeface="Arial"/>
                <a:sym typeface="Arial"/>
              </a:defRPr>
            </a:lvl2pPr>
            <a:lvl3pPr indent="-317500" lvl="2" marL="1371600" marR="0" rtl="0" algn="l">
              <a:lnSpc>
                <a:spcPct val="90000"/>
              </a:lnSpc>
              <a:spcBef>
                <a:spcPts val="500"/>
              </a:spcBef>
              <a:spcAft>
                <a:spcPts val="0"/>
              </a:spcAft>
              <a:buClr>
                <a:schemeClr val="dk1"/>
              </a:buClr>
              <a:buSzPts val="1400"/>
              <a:buFont typeface="Courier New"/>
              <a:buChar char="o"/>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 name="Google Shape;29;p35"/>
          <p:cNvSpPr txBox="1"/>
          <p:nvPr>
            <p:ph type="title"/>
          </p:nvPr>
        </p:nvSpPr>
        <p:spPr>
          <a:xfrm>
            <a:off x="457200" y="365125"/>
            <a:ext cx="7954962" cy="638175"/>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1pPr>
            <a:lvl2pPr lvl="1"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2pPr>
            <a:lvl3pPr lvl="2"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3pPr>
            <a:lvl4pPr lvl="3"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4pPr>
            <a:lvl5pPr lvl="4"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5pPr>
            <a:lvl6pPr lvl="5"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6pPr>
            <a:lvl7pPr lvl="6"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7pPr>
            <a:lvl8pPr lvl="7"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8pPr>
            <a:lvl9pPr lvl="8"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9pPr>
          </a:lstStyle>
          <a:p/>
        </p:txBody>
      </p:sp>
      <p:sp>
        <p:nvSpPr>
          <p:cNvPr id="30" name="Google Shape;30;p35"/>
          <p:cNvSpPr txBox="1"/>
          <p:nvPr>
            <p:ph idx="10" type="dt"/>
          </p:nvPr>
        </p:nvSpPr>
        <p:spPr>
          <a:xfrm>
            <a:off x="474662" y="31750"/>
            <a:ext cx="7772400" cy="23336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35"/>
          <p:cNvSpPr txBox="1"/>
          <p:nvPr>
            <p:ph idx="11" type="ftr"/>
          </p:nvPr>
        </p:nvSpPr>
        <p:spPr>
          <a:xfrm>
            <a:off x="549275" y="6488112"/>
            <a:ext cx="8320087" cy="23336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 name="Google Shape;32;p35"/>
          <p:cNvSpPr txBox="1"/>
          <p:nvPr>
            <p:ph idx="12" type="sldNum"/>
          </p:nvPr>
        </p:nvSpPr>
        <p:spPr>
          <a:xfrm>
            <a:off x="4119562" y="6488112"/>
            <a:ext cx="1268412" cy="233362"/>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rtl="0" algn="ct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rtl="0" algn="ct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rtl="0" algn="ct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rtl="0" algn="ct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rtl="0" algn="ct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rtl="0" algn="ct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rtl="0" algn="ct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rtl="0" algn="ct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 name="Shape 39"/>
        <p:cNvGrpSpPr/>
        <p:nvPr/>
      </p:nvGrpSpPr>
      <p:grpSpPr>
        <a:xfrm>
          <a:off x="0" y="0"/>
          <a:ext cx="0" cy="0"/>
          <a:chOff x="0" y="0"/>
          <a:chExt cx="0" cy="0"/>
        </a:xfrm>
      </p:grpSpPr>
      <p:sp>
        <p:nvSpPr>
          <p:cNvPr id="40" name="Google Shape;40;p41"/>
          <p:cNvSpPr txBox="1"/>
          <p:nvPr/>
        </p:nvSpPr>
        <p:spPr>
          <a:xfrm>
            <a:off x="0" y="6524625"/>
            <a:ext cx="9144000" cy="333375"/>
          </a:xfrm>
          <a:prstGeom prst="rect">
            <a:avLst/>
          </a:prstGeom>
          <a:gradFill>
            <a:gsLst>
              <a:gs pos="0">
                <a:srgbClr val="002F00"/>
              </a:gs>
              <a:gs pos="100000">
                <a:srgbClr val="00660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41" name="Google Shape;41;p41"/>
          <p:cNvSpPr txBox="1"/>
          <p:nvPr>
            <p:ph idx="1" type="body"/>
          </p:nvPr>
        </p:nvSpPr>
        <p:spPr>
          <a:xfrm>
            <a:off x="650875" y="981075"/>
            <a:ext cx="8175625" cy="5543550"/>
          </a:xfrm>
          <a:prstGeom prst="rect">
            <a:avLst/>
          </a:prstGeom>
          <a:noFill/>
          <a:ln>
            <a:noFill/>
          </a:ln>
        </p:spPr>
        <p:txBody>
          <a:bodyPr anchorCtr="0" anchor="t" bIns="45700" lIns="91425" spcFirstLastPara="1" rIns="91425" wrap="square" tIns="45700">
            <a:noAutofit/>
          </a:bodyPr>
          <a:lstStyle>
            <a:lvl1pPr indent="-392747" lvl="0" marL="457200" marR="0" rtl="0" algn="l">
              <a:spcBef>
                <a:spcPts val="517"/>
              </a:spcBef>
              <a:spcAft>
                <a:spcPts val="0"/>
              </a:spcAft>
              <a:buClr>
                <a:srgbClr val="0000F0"/>
              </a:buClr>
              <a:buSzPts val="2585"/>
              <a:buFont typeface="Noto Sans Symbols"/>
              <a:buChar char="⮚"/>
              <a:defRPr b="0" i="0" sz="2585" u="none" cap="none" strike="noStrike">
                <a:solidFill>
                  <a:schemeClr val="dk1"/>
                </a:solidFill>
                <a:latin typeface="Arial"/>
                <a:ea typeface="Arial"/>
                <a:cs typeface="Arial"/>
                <a:sym typeface="Arial"/>
              </a:defRPr>
            </a:lvl1pPr>
            <a:lvl2pPr indent="-392747" lvl="1" marL="914400" marR="0" rtl="0" algn="l">
              <a:spcBef>
                <a:spcPts val="517"/>
              </a:spcBef>
              <a:spcAft>
                <a:spcPts val="0"/>
              </a:spcAft>
              <a:buClr>
                <a:schemeClr val="dk1"/>
              </a:buClr>
              <a:buSzPts val="2585"/>
              <a:buFont typeface="Noto Sans Symbols"/>
              <a:buChar char="⮲"/>
              <a:defRPr b="0" i="0" sz="2585" u="none" cap="none" strike="noStrike">
                <a:solidFill>
                  <a:schemeClr val="dk1"/>
                </a:solidFill>
                <a:latin typeface="Arial"/>
                <a:ea typeface="Arial"/>
                <a:cs typeface="Arial"/>
                <a:sym typeface="Arial"/>
              </a:defRPr>
            </a:lvl2pPr>
            <a:lvl3pPr indent="-369252" lvl="2" marL="1371600" marR="0" rtl="0" algn="l">
              <a:spcBef>
                <a:spcPts val="443"/>
              </a:spcBef>
              <a:spcAft>
                <a:spcPts val="0"/>
              </a:spcAft>
              <a:buClr>
                <a:schemeClr val="dk1"/>
              </a:buClr>
              <a:buSzPts val="2215"/>
              <a:buFont typeface="Noto Sans Symbols"/>
              <a:buChar char="▪"/>
              <a:defRPr b="0" i="0" sz="2215" u="none" cap="none" strike="noStrike">
                <a:solidFill>
                  <a:schemeClr val="dk1"/>
                </a:solidFill>
                <a:latin typeface="Arial"/>
                <a:ea typeface="Arial"/>
                <a:cs typeface="Arial"/>
                <a:sym typeface="Arial"/>
              </a:defRPr>
            </a:lvl3pPr>
            <a:lvl4pPr indent="-345820" lvl="3" marL="1828800" marR="0" rtl="0" algn="l">
              <a:spcBef>
                <a:spcPts val="369"/>
              </a:spcBef>
              <a:spcAft>
                <a:spcPts val="0"/>
              </a:spcAft>
              <a:buClr>
                <a:schemeClr val="dk1"/>
              </a:buClr>
              <a:buSzPts val="1846"/>
              <a:buFont typeface="Arial"/>
              <a:buChar char="•"/>
              <a:defRPr b="0" i="0" sz="1845" u="none" cap="none" strike="noStrike">
                <a:solidFill>
                  <a:schemeClr val="dk1"/>
                </a:solidFill>
                <a:latin typeface="Arial"/>
                <a:ea typeface="Arial"/>
                <a:cs typeface="Arial"/>
                <a:sym typeface="Arial"/>
              </a:defRPr>
            </a:lvl4pPr>
            <a:lvl5pPr indent="-345820" lvl="4" marL="2286000" marR="0" rtl="0" algn="l">
              <a:spcBef>
                <a:spcPts val="369"/>
              </a:spcBef>
              <a:spcAft>
                <a:spcPts val="0"/>
              </a:spcAft>
              <a:buClr>
                <a:schemeClr val="dk1"/>
              </a:buClr>
              <a:buSzPts val="1846"/>
              <a:buFont typeface="Arial"/>
              <a:buChar char="»"/>
              <a:defRPr b="0" i="0" sz="1845" u="none" cap="none" strike="noStrike">
                <a:solidFill>
                  <a:schemeClr val="dk1"/>
                </a:solidFill>
                <a:latin typeface="Arial"/>
                <a:ea typeface="Arial"/>
                <a:cs typeface="Arial"/>
                <a:sym typeface="Arial"/>
              </a:defRPr>
            </a:lvl5pPr>
            <a:lvl6pPr indent="-334136" lvl="5" marL="2743200" marR="0" rtl="0" algn="l">
              <a:lnSpc>
                <a:spcPct val="90000"/>
              </a:lnSpc>
              <a:spcBef>
                <a:spcPts val="462"/>
              </a:spcBef>
              <a:spcAft>
                <a:spcPts val="0"/>
              </a:spcAft>
              <a:buClr>
                <a:schemeClr val="dk1"/>
              </a:buClr>
              <a:buSzPts val="1662"/>
              <a:buFont typeface="Arial"/>
              <a:buChar char="•"/>
              <a:defRPr b="0" i="0" sz="1662" u="none" cap="none" strike="noStrike">
                <a:solidFill>
                  <a:schemeClr val="dk1"/>
                </a:solidFill>
                <a:latin typeface="Arial"/>
                <a:ea typeface="Arial"/>
                <a:cs typeface="Arial"/>
                <a:sym typeface="Arial"/>
              </a:defRPr>
            </a:lvl6pPr>
            <a:lvl7pPr indent="-334136" lvl="6" marL="3200400" marR="0" rtl="0" algn="l">
              <a:lnSpc>
                <a:spcPct val="90000"/>
              </a:lnSpc>
              <a:spcBef>
                <a:spcPts val="462"/>
              </a:spcBef>
              <a:spcAft>
                <a:spcPts val="0"/>
              </a:spcAft>
              <a:buClr>
                <a:schemeClr val="dk1"/>
              </a:buClr>
              <a:buSzPts val="1662"/>
              <a:buFont typeface="Arial"/>
              <a:buChar char="•"/>
              <a:defRPr b="0" i="0" sz="1662" u="none" cap="none" strike="noStrike">
                <a:solidFill>
                  <a:schemeClr val="dk1"/>
                </a:solidFill>
                <a:latin typeface="Arial"/>
                <a:ea typeface="Arial"/>
                <a:cs typeface="Arial"/>
                <a:sym typeface="Arial"/>
              </a:defRPr>
            </a:lvl7pPr>
            <a:lvl8pPr indent="-334136" lvl="7" marL="3657600" marR="0" rtl="0" algn="l">
              <a:lnSpc>
                <a:spcPct val="90000"/>
              </a:lnSpc>
              <a:spcBef>
                <a:spcPts val="462"/>
              </a:spcBef>
              <a:spcAft>
                <a:spcPts val="0"/>
              </a:spcAft>
              <a:buClr>
                <a:schemeClr val="dk1"/>
              </a:buClr>
              <a:buSzPts val="1662"/>
              <a:buFont typeface="Arial"/>
              <a:buChar char="•"/>
              <a:defRPr b="0" i="0" sz="1662" u="none" cap="none" strike="noStrike">
                <a:solidFill>
                  <a:schemeClr val="dk1"/>
                </a:solidFill>
                <a:latin typeface="Arial"/>
                <a:ea typeface="Arial"/>
                <a:cs typeface="Arial"/>
                <a:sym typeface="Arial"/>
              </a:defRPr>
            </a:lvl8pPr>
            <a:lvl9pPr indent="-334136" lvl="8" marL="4114800" marR="0" rtl="0" algn="l">
              <a:lnSpc>
                <a:spcPct val="90000"/>
              </a:lnSpc>
              <a:spcBef>
                <a:spcPts val="462"/>
              </a:spcBef>
              <a:spcAft>
                <a:spcPts val="0"/>
              </a:spcAft>
              <a:buClr>
                <a:schemeClr val="dk1"/>
              </a:buClr>
              <a:buSzPts val="1662"/>
              <a:buFont typeface="Arial"/>
              <a:buChar char="•"/>
              <a:defRPr b="0" i="0" sz="1662" u="none" cap="none" strike="noStrike">
                <a:solidFill>
                  <a:schemeClr val="dk1"/>
                </a:solidFill>
                <a:latin typeface="Arial"/>
                <a:ea typeface="Arial"/>
                <a:cs typeface="Arial"/>
                <a:sym typeface="Arial"/>
              </a:defRPr>
            </a:lvl9pPr>
          </a:lstStyle>
          <a:p/>
        </p:txBody>
      </p:sp>
      <p:sp>
        <p:nvSpPr>
          <p:cNvPr id="42" name="Google Shape;42;p41"/>
          <p:cNvSpPr txBox="1"/>
          <p:nvPr/>
        </p:nvSpPr>
        <p:spPr>
          <a:xfrm>
            <a:off x="0" y="908050"/>
            <a:ext cx="38417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43" name="Google Shape;43;p41"/>
          <p:cNvSpPr txBox="1"/>
          <p:nvPr/>
        </p:nvSpPr>
        <p:spPr>
          <a:xfrm>
            <a:off x="0" y="0"/>
            <a:ext cx="9144000" cy="762000"/>
          </a:xfrm>
          <a:prstGeom prst="rect">
            <a:avLst/>
          </a:prstGeom>
          <a:gradFill>
            <a:gsLst>
              <a:gs pos="0">
                <a:srgbClr val="002F00"/>
              </a:gs>
              <a:gs pos="100000">
                <a:srgbClr val="00660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44" name="Google Shape;44;p41"/>
          <p:cNvSpPr txBox="1"/>
          <p:nvPr>
            <p:ph type="title"/>
          </p:nvPr>
        </p:nvSpPr>
        <p:spPr>
          <a:xfrm>
            <a:off x="849312" y="0"/>
            <a:ext cx="8110537" cy="609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2954"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1" i="0" sz="2954"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1" i="0" sz="2954"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1" i="0" sz="2954"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1" i="0" sz="2954"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1" i="0" sz="2954"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1" i="0" sz="2954"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1" i="0" sz="2954"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1" i="0" sz="2954" u="none" cap="none" strike="noStrike">
                <a:solidFill>
                  <a:schemeClr val="lt1"/>
                </a:solidFill>
                <a:latin typeface="Arial"/>
                <a:ea typeface="Arial"/>
                <a:cs typeface="Arial"/>
                <a:sym typeface="Arial"/>
              </a:defRPr>
            </a:lvl9pPr>
          </a:lstStyle>
          <a:p/>
        </p:txBody>
      </p:sp>
      <p:sp>
        <p:nvSpPr>
          <p:cNvPr id="45" name="Google Shape;45;p41"/>
          <p:cNvSpPr txBox="1"/>
          <p:nvPr/>
        </p:nvSpPr>
        <p:spPr>
          <a:xfrm>
            <a:off x="8228012" y="6583362"/>
            <a:ext cx="703262" cy="263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100"/>
              <a:buFont typeface="Arial"/>
              <a:buNone/>
            </a:pPr>
            <a:fld id="{00000000-1234-1234-1234-123412341234}" type="slidenum">
              <a:rPr b="1" i="0" lang="en-US" sz="1100" u="none">
                <a:solidFill>
                  <a:srgbClr val="FFFFFF"/>
                </a:solidFill>
                <a:latin typeface="Arial"/>
                <a:ea typeface="Arial"/>
                <a:cs typeface="Arial"/>
                <a:sym typeface="Arial"/>
              </a:rPr>
              <a:t>‹#›</a:t>
            </a:fld>
            <a:endParaRPr/>
          </a:p>
        </p:txBody>
      </p:sp>
      <p:sp>
        <p:nvSpPr>
          <p:cNvPr id="46" name="Google Shape;46;p41"/>
          <p:cNvSpPr txBox="1"/>
          <p:nvPr/>
        </p:nvSpPr>
        <p:spPr>
          <a:xfrm>
            <a:off x="915987" y="6524625"/>
            <a:ext cx="458628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Bài giảng Cấu trúc dữ liệu &amp; Giải thuật</a:t>
            </a:r>
            <a:endParaRPr/>
          </a:p>
        </p:txBody>
      </p:sp>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43"/>
          <p:cNvSpPr txBox="1"/>
          <p:nvPr/>
        </p:nvSpPr>
        <p:spPr>
          <a:xfrm>
            <a:off x="0" y="6524625"/>
            <a:ext cx="9144000" cy="333375"/>
          </a:xfrm>
          <a:prstGeom prst="rect">
            <a:avLst/>
          </a:prstGeom>
          <a:gradFill>
            <a:gsLst>
              <a:gs pos="0">
                <a:srgbClr val="002F00"/>
              </a:gs>
              <a:gs pos="100000">
                <a:srgbClr val="00660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9" name="Google Shape;89;p43"/>
          <p:cNvSpPr txBox="1"/>
          <p:nvPr>
            <p:ph idx="1" type="body"/>
          </p:nvPr>
        </p:nvSpPr>
        <p:spPr>
          <a:xfrm>
            <a:off x="650875" y="981075"/>
            <a:ext cx="8175625" cy="5543550"/>
          </a:xfrm>
          <a:prstGeom prst="rect">
            <a:avLst/>
          </a:prstGeom>
          <a:noFill/>
          <a:ln>
            <a:noFill/>
          </a:ln>
        </p:spPr>
        <p:txBody>
          <a:bodyPr anchorCtr="0" anchor="t" bIns="45700" lIns="91425" spcFirstLastPara="1" rIns="91425" wrap="square" tIns="45700">
            <a:noAutofit/>
          </a:bodyPr>
          <a:lstStyle>
            <a:lvl1pPr indent="-392747" lvl="0" marL="457200" marR="0" rtl="0" algn="l">
              <a:spcBef>
                <a:spcPts val="517"/>
              </a:spcBef>
              <a:spcAft>
                <a:spcPts val="0"/>
              </a:spcAft>
              <a:buClr>
                <a:srgbClr val="0000F0"/>
              </a:buClr>
              <a:buSzPts val="2585"/>
              <a:buFont typeface="Noto Sans Symbols"/>
              <a:buChar char="⮚"/>
              <a:defRPr b="0" i="0" sz="2585" u="none" cap="none" strike="noStrike">
                <a:solidFill>
                  <a:schemeClr val="dk1"/>
                </a:solidFill>
                <a:latin typeface="Arial"/>
                <a:ea typeface="Arial"/>
                <a:cs typeface="Arial"/>
                <a:sym typeface="Arial"/>
              </a:defRPr>
            </a:lvl1pPr>
            <a:lvl2pPr indent="-392747" lvl="1" marL="914400" marR="0" rtl="0" algn="l">
              <a:spcBef>
                <a:spcPts val="517"/>
              </a:spcBef>
              <a:spcAft>
                <a:spcPts val="0"/>
              </a:spcAft>
              <a:buClr>
                <a:schemeClr val="dk1"/>
              </a:buClr>
              <a:buSzPts val="2585"/>
              <a:buFont typeface="Noto Sans Symbols"/>
              <a:buChar char="⮲"/>
              <a:defRPr b="0" i="0" sz="2585" u="none" cap="none" strike="noStrike">
                <a:solidFill>
                  <a:schemeClr val="dk1"/>
                </a:solidFill>
                <a:latin typeface="Arial"/>
                <a:ea typeface="Arial"/>
                <a:cs typeface="Arial"/>
                <a:sym typeface="Arial"/>
              </a:defRPr>
            </a:lvl2pPr>
            <a:lvl3pPr indent="-369252" lvl="2" marL="1371600" marR="0" rtl="0" algn="l">
              <a:spcBef>
                <a:spcPts val="443"/>
              </a:spcBef>
              <a:spcAft>
                <a:spcPts val="0"/>
              </a:spcAft>
              <a:buClr>
                <a:schemeClr val="dk1"/>
              </a:buClr>
              <a:buSzPts val="2215"/>
              <a:buFont typeface="Noto Sans Symbols"/>
              <a:buChar char="▪"/>
              <a:defRPr b="0" i="0" sz="2215" u="none" cap="none" strike="noStrike">
                <a:solidFill>
                  <a:schemeClr val="dk1"/>
                </a:solidFill>
                <a:latin typeface="Arial"/>
                <a:ea typeface="Arial"/>
                <a:cs typeface="Arial"/>
                <a:sym typeface="Arial"/>
              </a:defRPr>
            </a:lvl3pPr>
            <a:lvl4pPr indent="-345820" lvl="3" marL="1828800" marR="0" rtl="0" algn="l">
              <a:spcBef>
                <a:spcPts val="369"/>
              </a:spcBef>
              <a:spcAft>
                <a:spcPts val="0"/>
              </a:spcAft>
              <a:buClr>
                <a:schemeClr val="dk1"/>
              </a:buClr>
              <a:buSzPts val="1846"/>
              <a:buFont typeface="Arial"/>
              <a:buChar char="•"/>
              <a:defRPr b="0" i="0" sz="1845" u="none" cap="none" strike="noStrike">
                <a:solidFill>
                  <a:schemeClr val="dk1"/>
                </a:solidFill>
                <a:latin typeface="Arial"/>
                <a:ea typeface="Arial"/>
                <a:cs typeface="Arial"/>
                <a:sym typeface="Arial"/>
              </a:defRPr>
            </a:lvl4pPr>
            <a:lvl5pPr indent="-345820" lvl="4" marL="2286000" marR="0" rtl="0" algn="l">
              <a:spcBef>
                <a:spcPts val="369"/>
              </a:spcBef>
              <a:spcAft>
                <a:spcPts val="0"/>
              </a:spcAft>
              <a:buClr>
                <a:schemeClr val="dk1"/>
              </a:buClr>
              <a:buSzPts val="1846"/>
              <a:buFont typeface="Arial"/>
              <a:buChar char="»"/>
              <a:defRPr b="0" i="0" sz="1845" u="none" cap="none" strike="noStrike">
                <a:solidFill>
                  <a:schemeClr val="dk1"/>
                </a:solidFill>
                <a:latin typeface="Arial"/>
                <a:ea typeface="Arial"/>
                <a:cs typeface="Arial"/>
                <a:sym typeface="Arial"/>
              </a:defRPr>
            </a:lvl5pPr>
            <a:lvl6pPr indent="-334136" lvl="5" marL="2743200" marR="0" rtl="0" algn="l">
              <a:lnSpc>
                <a:spcPct val="90000"/>
              </a:lnSpc>
              <a:spcBef>
                <a:spcPts val="462"/>
              </a:spcBef>
              <a:spcAft>
                <a:spcPts val="0"/>
              </a:spcAft>
              <a:buClr>
                <a:schemeClr val="dk1"/>
              </a:buClr>
              <a:buSzPts val="1662"/>
              <a:buFont typeface="Arial"/>
              <a:buChar char="•"/>
              <a:defRPr b="0" i="0" sz="1662" u="none" cap="none" strike="noStrike">
                <a:solidFill>
                  <a:schemeClr val="dk1"/>
                </a:solidFill>
                <a:latin typeface="Arial"/>
                <a:ea typeface="Arial"/>
                <a:cs typeface="Arial"/>
                <a:sym typeface="Arial"/>
              </a:defRPr>
            </a:lvl6pPr>
            <a:lvl7pPr indent="-334136" lvl="6" marL="3200400" marR="0" rtl="0" algn="l">
              <a:lnSpc>
                <a:spcPct val="90000"/>
              </a:lnSpc>
              <a:spcBef>
                <a:spcPts val="462"/>
              </a:spcBef>
              <a:spcAft>
                <a:spcPts val="0"/>
              </a:spcAft>
              <a:buClr>
                <a:schemeClr val="dk1"/>
              </a:buClr>
              <a:buSzPts val="1662"/>
              <a:buFont typeface="Arial"/>
              <a:buChar char="•"/>
              <a:defRPr b="0" i="0" sz="1662" u="none" cap="none" strike="noStrike">
                <a:solidFill>
                  <a:schemeClr val="dk1"/>
                </a:solidFill>
                <a:latin typeface="Arial"/>
                <a:ea typeface="Arial"/>
                <a:cs typeface="Arial"/>
                <a:sym typeface="Arial"/>
              </a:defRPr>
            </a:lvl7pPr>
            <a:lvl8pPr indent="-334136" lvl="7" marL="3657600" marR="0" rtl="0" algn="l">
              <a:lnSpc>
                <a:spcPct val="90000"/>
              </a:lnSpc>
              <a:spcBef>
                <a:spcPts val="462"/>
              </a:spcBef>
              <a:spcAft>
                <a:spcPts val="0"/>
              </a:spcAft>
              <a:buClr>
                <a:schemeClr val="dk1"/>
              </a:buClr>
              <a:buSzPts val="1662"/>
              <a:buFont typeface="Arial"/>
              <a:buChar char="•"/>
              <a:defRPr b="0" i="0" sz="1662" u="none" cap="none" strike="noStrike">
                <a:solidFill>
                  <a:schemeClr val="dk1"/>
                </a:solidFill>
                <a:latin typeface="Arial"/>
                <a:ea typeface="Arial"/>
                <a:cs typeface="Arial"/>
                <a:sym typeface="Arial"/>
              </a:defRPr>
            </a:lvl8pPr>
            <a:lvl9pPr indent="-334136" lvl="8" marL="4114800" marR="0" rtl="0" algn="l">
              <a:lnSpc>
                <a:spcPct val="90000"/>
              </a:lnSpc>
              <a:spcBef>
                <a:spcPts val="462"/>
              </a:spcBef>
              <a:spcAft>
                <a:spcPts val="0"/>
              </a:spcAft>
              <a:buClr>
                <a:schemeClr val="dk1"/>
              </a:buClr>
              <a:buSzPts val="1662"/>
              <a:buFont typeface="Arial"/>
              <a:buChar char="•"/>
              <a:defRPr b="0" i="0" sz="1662" u="none" cap="none" strike="noStrike">
                <a:solidFill>
                  <a:schemeClr val="dk1"/>
                </a:solidFill>
                <a:latin typeface="Arial"/>
                <a:ea typeface="Arial"/>
                <a:cs typeface="Arial"/>
                <a:sym typeface="Arial"/>
              </a:defRPr>
            </a:lvl9pPr>
          </a:lstStyle>
          <a:p/>
        </p:txBody>
      </p:sp>
      <p:sp>
        <p:nvSpPr>
          <p:cNvPr id="90" name="Google Shape;90;p43"/>
          <p:cNvSpPr txBox="1"/>
          <p:nvPr/>
        </p:nvSpPr>
        <p:spPr>
          <a:xfrm>
            <a:off x="0" y="908050"/>
            <a:ext cx="38417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1" name="Google Shape;91;p43"/>
          <p:cNvSpPr txBox="1"/>
          <p:nvPr/>
        </p:nvSpPr>
        <p:spPr>
          <a:xfrm>
            <a:off x="0" y="0"/>
            <a:ext cx="9144000" cy="762000"/>
          </a:xfrm>
          <a:prstGeom prst="rect">
            <a:avLst/>
          </a:prstGeom>
          <a:gradFill>
            <a:gsLst>
              <a:gs pos="0">
                <a:srgbClr val="002F00"/>
              </a:gs>
              <a:gs pos="100000">
                <a:srgbClr val="00660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2" name="Google Shape;92;p43"/>
          <p:cNvSpPr txBox="1"/>
          <p:nvPr>
            <p:ph type="title"/>
          </p:nvPr>
        </p:nvSpPr>
        <p:spPr>
          <a:xfrm>
            <a:off x="849312" y="0"/>
            <a:ext cx="8110537" cy="609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2954"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1" i="0" sz="2954"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1" i="0" sz="2954"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1" i="0" sz="2954"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1" i="0" sz="2954"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1" i="0" sz="2954"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1" i="0" sz="2954"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1" i="0" sz="2954"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1" i="0" sz="2954" u="none" cap="none" strike="noStrike">
                <a:solidFill>
                  <a:schemeClr val="lt1"/>
                </a:solidFill>
                <a:latin typeface="Arial"/>
                <a:ea typeface="Arial"/>
                <a:cs typeface="Arial"/>
                <a:sym typeface="Arial"/>
              </a:defRPr>
            </a:lvl9pPr>
          </a:lstStyle>
          <a:p/>
        </p:txBody>
      </p:sp>
      <p:sp>
        <p:nvSpPr>
          <p:cNvPr id="93" name="Google Shape;93;p43"/>
          <p:cNvSpPr txBox="1"/>
          <p:nvPr/>
        </p:nvSpPr>
        <p:spPr>
          <a:xfrm>
            <a:off x="8228012" y="6583362"/>
            <a:ext cx="703262" cy="263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100"/>
              <a:buFont typeface="Arial"/>
              <a:buNone/>
            </a:pPr>
            <a:fld id="{00000000-1234-1234-1234-123412341234}" type="slidenum">
              <a:rPr b="1" i="0" lang="en-US" sz="1100" u="none">
                <a:solidFill>
                  <a:srgbClr val="FFFFFF"/>
                </a:solidFill>
                <a:latin typeface="Arial"/>
                <a:ea typeface="Arial"/>
                <a:cs typeface="Arial"/>
                <a:sym typeface="Arial"/>
              </a:rPr>
              <a:t>‹#›</a:t>
            </a:fld>
            <a:endParaRPr/>
          </a:p>
        </p:txBody>
      </p:sp>
      <p:sp>
        <p:nvSpPr>
          <p:cNvPr id="94" name="Google Shape;94;p43"/>
          <p:cNvSpPr txBox="1"/>
          <p:nvPr/>
        </p:nvSpPr>
        <p:spPr>
          <a:xfrm>
            <a:off x="915987" y="6524625"/>
            <a:ext cx="458628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Bài giảng Cấu trúc dữ liệu &amp; Giải thuật</a:t>
            </a:r>
            <a:endParaRPr/>
          </a:p>
        </p:txBody>
      </p:sp>
    </p:spTree>
  </p:cSld>
  <p:clrMap accent1="accent1" accent2="accent2" accent3="accent3" accent4="accent4" accent5="accent5" accent6="accent6" bg1="lt1" bg2="dk2" tx1="dk1" tx2="lt2" folHlink="folHlink" hlink="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 name="Shape 135"/>
        <p:cNvGrpSpPr/>
        <p:nvPr/>
      </p:nvGrpSpPr>
      <p:grpSpPr>
        <a:xfrm>
          <a:off x="0" y="0"/>
          <a:ext cx="0" cy="0"/>
          <a:chOff x="0" y="0"/>
          <a:chExt cx="0" cy="0"/>
        </a:xfrm>
      </p:grpSpPr>
      <p:sp>
        <p:nvSpPr>
          <p:cNvPr descr="Light horizontal" id="136" name="Google Shape;136;p45"/>
          <p:cNvSpPr txBox="1"/>
          <p:nvPr/>
        </p:nvSpPr>
        <p:spPr>
          <a:xfrm>
            <a:off x="0" y="9525"/>
            <a:ext cx="1476375" cy="68484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7" name="Google Shape;137;p45"/>
          <p:cNvSpPr txBox="1"/>
          <p:nvPr/>
        </p:nvSpPr>
        <p:spPr>
          <a:xfrm flipH="1" rot="10800000">
            <a:off x="0" y="3919537"/>
            <a:ext cx="9144000" cy="1106487"/>
          </a:xfrm>
          <a:prstGeom prst="rect">
            <a:avLst/>
          </a:prstGeom>
          <a:solidFill>
            <a:srgbClr val="4972B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8" name="Google Shape;138;p45"/>
          <p:cNvSpPr/>
          <p:nvPr/>
        </p:nvSpPr>
        <p:spPr>
          <a:xfrm>
            <a:off x="1474787" y="4808537"/>
            <a:ext cx="7129462" cy="504825"/>
          </a:xfrm>
          <a:prstGeom prst="roundRect">
            <a:avLst>
              <a:gd fmla="val 16667" name="adj"/>
            </a:avLst>
          </a:prstGeom>
          <a:solidFill>
            <a:srgbClr val="23387D"/>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1600"/>
              <a:buFont typeface="Verdana"/>
              <a:buNone/>
            </a:pPr>
            <a:r>
              <a:rPr b="0" i="0" lang="en-US" sz="1600" u="none">
                <a:solidFill>
                  <a:schemeClr val="lt1"/>
                </a:solidFill>
                <a:latin typeface="Verdana"/>
                <a:ea typeface="Verdana"/>
                <a:cs typeface="Verdana"/>
                <a:sym typeface="Verdana"/>
              </a:rPr>
              <a:t>CT101 – Lập trình căn bản</a:t>
            </a:r>
            <a:endParaRPr/>
          </a:p>
        </p:txBody>
      </p:sp>
      <p:sp>
        <p:nvSpPr>
          <p:cNvPr id="139" name="Google Shape;139;p45"/>
          <p:cNvSpPr txBox="1"/>
          <p:nvPr/>
        </p:nvSpPr>
        <p:spPr>
          <a:xfrm>
            <a:off x="2971800" y="6264275"/>
            <a:ext cx="4191000"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A3D97"/>
              </a:buClr>
              <a:buSzPts val="1800"/>
              <a:buFont typeface="Verdana"/>
              <a:buNone/>
            </a:pPr>
            <a:r>
              <a:rPr b="1" i="0" lang="en-US" sz="1800" u="none">
                <a:solidFill>
                  <a:srgbClr val="1A3D97"/>
                </a:solidFill>
                <a:latin typeface="Verdana"/>
                <a:ea typeface="Verdana"/>
                <a:cs typeface="Verdana"/>
                <a:sym typeface="Verdana"/>
              </a:rPr>
              <a:t>Khoa CNTT&amp;TT – ĐHCT</a:t>
            </a:r>
            <a:endParaRPr/>
          </a:p>
        </p:txBody>
      </p:sp>
      <p:sp>
        <p:nvSpPr>
          <p:cNvPr id="140" name="Google Shape;140;p45"/>
          <p:cNvSpPr/>
          <p:nvPr/>
        </p:nvSpPr>
        <p:spPr>
          <a:xfrm rot="5400000">
            <a:off x="4910931" y="4652168"/>
            <a:ext cx="323850" cy="3059112"/>
          </a:xfrm>
          <a:prstGeom prst="moon">
            <a:avLst>
              <a:gd fmla="val 4581" name="adj"/>
            </a:avLst>
          </a:prstGeom>
          <a:solidFill>
            <a:srgbClr val="6A99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pic>
        <p:nvPicPr>
          <p:cNvPr descr="question-face.jpg" id="141" name="Google Shape;141;p45"/>
          <p:cNvPicPr preferRelativeResize="0"/>
          <p:nvPr/>
        </p:nvPicPr>
        <p:blipFill rotWithShape="1">
          <a:blip r:embed="rId1">
            <a:alphaModFix/>
          </a:blip>
          <a:srcRect b="0" l="0" r="0" t="0"/>
          <a:stretch/>
        </p:blipFill>
        <p:spPr>
          <a:xfrm>
            <a:off x="4114800" y="457200"/>
            <a:ext cx="1905000" cy="3211512"/>
          </a:xfrm>
          <a:prstGeom prst="rect">
            <a:avLst/>
          </a:prstGeom>
          <a:noFill/>
          <a:ln>
            <a:noFill/>
          </a:ln>
        </p:spPr>
      </p:pic>
      <p:sp>
        <p:nvSpPr>
          <p:cNvPr id="142" name="Google Shape;142;p45"/>
          <p:cNvSpPr txBox="1"/>
          <p:nvPr>
            <p:ph idx="1" type="body"/>
          </p:nvPr>
        </p:nvSpPr>
        <p:spPr>
          <a:xfrm>
            <a:off x="457200" y="1279525"/>
            <a:ext cx="8412162" cy="5211762"/>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50519" lvl="1" marL="914400" marR="0" rtl="0" algn="l">
              <a:lnSpc>
                <a:spcPct val="90000"/>
              </a:lnSpc>
              <a:spcBef>
                <a:spcPts val="500"/>
              </a:spcBef>
              <a:spcAft>
                <a:spcPts val="0"/>
              </a:spcAft>
              <a:buClr>
                <a:schemeClr val="dk1"/>
              </a:buClr>
              <a:buSzPts val="1920"/>
              <a:buFont typeface="Noto Sans Symbols"/>
              <a:buChar char="▪"/>
              <a:defRPr b="0" i="0" sz="2400" u="none" cap="none" strike="noStrike">
                <a:solidFill>
                  <a:schemeClr val="dk1"/>
                </a:solidFill>
                <a:latin typeface="Arial"/>
                <a:ea typeface="Arial"/>
                <a:cs typeface="Arial"/>
                <a:sym typeface="Arial"/>
              </a:defRPr>
            </a:lvl2pPr>
            <a:lvl3pPr indent="-317500" lvl="2" marL="1371600" marR="0" rtl="0" algn="l">
              <a:lnSpc>
                <a:spcPct val="90000"/>
              </a:lnSpc>
              <a:spcBef>
                <a:spcPts val="500"/>
              </a:spcBef>
              <a:spcAft>
                <a:spcPts val="0"/>
              </a:spcAft>
              <a:buClr>
                <a:schemeClr val="dk1"/>
              </a:buClr>
              <a:buSzPts val="1400"/>
              <a:buFont typeface="Courier New"/>
              <a:buChar char="o"/>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3" name="Google Shape;143;p45"/>
          <p:cNvSpPr txBox="1"/>
          <p:nvPr>
            <p:ph type="title"/>
          </p:nvPr>
        </p:nvSpPr>
        <p:spPr>
          <a:xfrm>
            <a:off x="457200" y="365125"/>
            <a:ext cx="7954962" cy="638175"/>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1pPr>
            <a:lvl2pPr lvl="1"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2pPr>
            <a:lvl3pPr lvl="2"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3pPr>
            <a:lvl4pPr lvl="3"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4pPr>
            <a:lvl5pPr lvl="4"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5pPr>
            <a:lvl6pPr lvl="5"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6pPr>
            <a:lvl7pPr lvl="6"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7pPr>
            <a:lvl8pPr lvl="7"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8pPr>
            <a:lvl9pPr lvl="8" marR="0" rtl="0" algn="l">
              <a:lnSpc>
                <a:spcPct val="90000"/>
              </a:lnSpc>
              <a:spcBef>
                <a:spcPts val="0"/>
              </a:spcBef>
              <a:spcAft>
                <a:spcPts val="0"/>
              </a:spcAft>
              <a:buSzPts val="1400"/>
              <a:buNone/>
              <a:defRPr b="0" i="0" sz="3200" u="none" cap="none" strike="noStrike">
                <a:solidFill>
                  <a:schemeClr val="lt1"/>
                </a:solidFill>
                <a:latin typeface="Verdana"/>
                <a:ea typeface="Verdana"/>
                <a:cs typeface="Verdana"/>
                <a:sym typeface="Verdana"/>
              </a:defRPr>
            </a:lvl9pPr>
          </a:lstStyle>
          <a:p/>
        </p:txBody>
      </p:sp>
    </p:spTree>
  </p:cSld>
  <p:clrMap accent1="accent1" accent2="accent2" accent3="accent3" accent4="accent4" accent5="accent5" accent6="accent6" bg1="lt1" bg2="dk2" tx1="dk1" tx2="lt2" folHlink="folHlink" hlink="hlink"/>
  <p:sldLayoutIdLst>
    <p:sldLayoutId id="214748367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
          <p:cNvSpPr txBox="1"/>
          <p:nvPr>
            <p:ph type="ctrTitle"/>
          </p:nvPr>
        </p:nvSpPr>
        <p:spPr>
          <a:xfrm>
            <a:off x="1554162" y="4043362"/>
            <a:ext cx="7524750" cy="62865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Font typeface="Verdana"/>
              <a:buNone/>
            </a:pPr>
            <a:r>
              <a:rPr b="1" i="0" lang="en-US" sz="3200" u="none">
                <a:solidFill>
                  <a:schemeClr val="lt1"/>
                </a:solidFill>
                <a:latin typeface="Verdana"/>
                <a:ea typeface="Verdana"/>
                <a:cs typeface="Verdana"/>
                <a:sym typeface="Verdana"/>
              </a:rPr>
              <a:t>BÀI TOÁN TÌM KIẾM – SẮP XẾP</a:t>
            </a:r>
            <a:endParaRPr/>
          </a:p>
        </p:txBody>
      </p:sp>
      <p:sp>
        <p:nvSpPr>
          <p:cNvPr id="151" name="Google Shape;151;p1"/>
          <p:cNvSpPr txBox="1"/>
          <p:nvPr>
            <p:ph idx="1" type="subTitle"/>
          </p:nvPr>
        </p:nvSpPr>
        <p:spPr>
          <a:xfrm>
            <a:off x="1474787" y="3395662"/>
            <a:ext cx="6526212" cy="57308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4BACC6"/>
              </a:buClr>
              <a:buSzPts val="2800"/>
              <a:buNone/>
            </a:pPr>
            <a:r>
              <a:rPr b="0" i="0" lang="en-US" sz="2800" u="none">
                <a:solidFill>
                  <a:srgbClr val="4BACC6"/>
                </a:solidFill>
                <a:latin typeface="Arial"/>
                <a:ea typeface="Arial"/>
                <a:cs typeface="Arial"/>
                <a:sym typeface="Arial"/>
              </a:rPr>
              <a:t>Tuần 16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
          <p:cNvSpPr txBox="1"/>
          <p:nvPr>
            <p:ph type="title"/>
          </p:nvPr>
        </p:nvSpPr>
        <p:spPr>
          <a:xfrm>
            <a:off x="457200" y="365125"/>
            <a:ext cx="7954962" cy="6381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Mục đích</a:t>
            </a:r>
            <a:endParaRPr/>
          </a:p>
        </p:txBody>
      </p:sp>
      <p:sp>
        <p:nvSpPr>
          <p:cNvPr id="158" name="Google Shape;158;p2"/>
          <p:cNvSpPr txBox="1"/>
          <p:nvPr>
            <p:ph idx="1" type="body"/>
          </p:nvPr>
        </p:nvSpPr>
        <p:spPr>
          <a:xfrm>
            <a:off x="457200" y="1279525"/>
            <a:ext cx="8412162" cy="521176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Clr>
                <a:schemeClr val="dk1"/>
              </a:buClr>
              <a:buSzPts val="1100"/>
              <a:buFont typeface="Arial"/>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b="0" i="0" lang="en-US" sz="2800" u="none">
                <a:solidFill>
                  <a:schemeClr val="dk1"/>
                </a:solidFill>
                <a:latin typeface="Arial"/>
                <a:ea typeface="Arial"/>
                <a:cs typeface="Arial"/>
                <a:sym typeface="Arial"/>
              </a:rPr>
              <a:t>Giới thiệu 2 bài toán có ứng dụng rộng rãi là tìm kiếm và sắp xếp</a:t>
            </a:r>
            <a:endParaRPr b="0" i="0" sz="2800" u="none">
              <a:solidFill>
                <a:schemeClr val="dk1"/>
              </a:solidFill>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a:p>
        </p:txBody>
      </p:sp>
      <p:sp>
        <p:nvSpPr>
          <p:cNvPr id="159" name="Google Shape;159;p2"/>
          <p:cNvSpPr txBox="1"/>
          <p:nvPr/>
        </p:nvSpPr>
        <p:spPr>
          <a:xfrm>
            <a:off x="474662" y="31750"/>
            <a:ext cx="7772400" cy="2333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
          <p:cNvSpPr txBox="1"/>
          <p:nvPr>
            <p:ph type="title"/>
          </p:nvPr>
        </p:nvSpPr>
        <p:spPr>
          <a:xfrm>
            <a:off x="457200" y="365125"/>
            <a:ext cx="7954962" cy="6381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Yêu cầu</a:t>
            </a:r>
            <a:endParaRPr/>
          </a:p>
        </p:txBody>
      </p:sp>
      <p:sp>
        <p:nvSpPr>
          <p:cNvPr id="166" name="Google Shape;166;p3"/>
          <p:cNvSpPr txBox="1"/>
          <p:nvPr>
            <p:ph idx="1" type="body"/>
          </p:nvPr>
        </p:nvSpPr>
        <p:spPr>
          <a:xfrm>
            <a:off x="457200" y="1279525"/>
            <a:ext cx="8412162" cy="5211762"/>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228600" lvl="0" marL="22860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Hiểu được thuật toán tìm kiếm tuần tự và vận dụng được để viết chương trình.</a:t>
            </a:r>
            <a:endParaRPr/>
          </a:p>
          <a:p>
            <a:pPr indent="-50800" lvl="0" marL="22860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228600" lvl="0" marL="22860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Hiểu được thuật toán tìm kiếm nhị phân và vận dụng được để viết chương trình.</a:t>
            </a:r>
            <a:endParaRPr/>
          </a:p>
          <a:p>
            <a:pPr indent="-50800" lvl="0" marL="22860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228600" lvl="0" marL="22860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Hiểu được thuật toán tìm sắp xếp “nổi bọt” và vận dụng được để viết chương trình</a:t>
            </a:r>
            <a:endParaRPr/>
          </a:p>
          <a:p>
            <a:pPr indent="-50800" lvl="0" marL="22860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b="0" i="0" sz="2800" u="none">
              <a:solidFill>
                <a:schemeClr val="dk1"/>
              </a:solidFill>
              <a:latin typeface="Arial"/>
              <a:ea typeface="Arial"/>
              <a:cs typeface="Arial"/>
              <a:sym typeface="Arial"/>
            </a:endParaRPr>
          </a:p>
        </p:txBody>
      </p:sp>
      <p:sp>
        <p:nvSpPr>
          <p:cNvPr id="167" name="Google Shape;167;p3"/>
          <p:cNvSpPr txBox="1"/>
          <p:nvPr/>
        </p:nvSpPr>
        <p:spPr>
          <a:xfrm>
            <a:off x="474662" y="31750"/>
            <a:ext cx="7772400" cy="2333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4"/>
          <p:cNvSpPr txBox="1"/>
          <p:nvPr>
            <p:ph type="title"/>
          </p:nvPr>
        </p:nvSpPr>
        <p:spPr>
          <a:xfrm>
            <a:off x="457200" y="365125"/>
            <a:ext cx="7954962" cy="6381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Nội dung</a:t>
            </a:r>
            <a:endParaRPr/>
          </a:p>
        </p:txBody>
      </p:sp>
      <p:sp>
        <p:nvSpPr>
          <p:cNvPr id="173" name="Google Shape;173;p4"/>
          <p:cNvSpPr txBox="1"/>
          <p:nvPr>
            <p:ph idx="1" type="body"/>
          </p:nvPr>
        </p:nvSpPr>
        <p:spPr>
          <a:xfrm>
            <a:off x="457200" y="1279525"/>
            <a:ext cx="8412162" cy="5211762"/>
          </a:xfrm>
          <a:prstGeom prst="rect">
            <a:avLst/>
          </a:prstGeom>
          <a:noFill/>
          <a:ln>
            <a:noFill/>
          </a:ln>
        </p:spPr>
        <p:txBody>
          <a:bodyPr anchorCtr="0" anchor="t" bIns="45700" lIns="91425" spcFirstLastPara="1" rIns="91425" wrap="square" tIns="45700">
            <a:noAutofit/>
          </a:bodyPr>
          <a:lstStyle/>
          <a:p>
            <a:pPr indent="-355600" lvl="0" marL="533400" rtl="0" algn="l">
              <a:lnSpc>
                <a:spcPct val="90000"/>
              </a:lnSpc>
              <a:spcBef>
                <a:spcPts val="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355600" lvl="0" marL="53340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533400" lvl="0" marL="533400" rtl="0" algn="l">
              <a:lnSpc>
                <a:spcPct val="90000"/>
              </a:lnSpc>
              <a:spcBef>
                <a:spcPts val="1000"/>
              </a:spcBef>
              <a:spcAft>
                <a:spcPts val="0"/>
              </a:spcAft>
              <a:buClr>
                <a:schemeClr val="dk1"/>
              </a:buClr>
              <a:buSzPts val="2800"/>
              <a:buFont typeface="Arial"/>
              <a:buAutoNum type="arabicPeriod"/>
            </a:pPr>
            <a:r>
              <a:rPr b="0" i="0" lang="en-US" sz="2800" u="none">
                <a:solidFill>
                  <a:schemeClr val="dk1"/>
                </a:solidFill>
                <a:latin typeface="Arial"/>
                <a:ea typeface="Arial"/>
                <a:cs typeface="Arial"/>
                <a:sym typeface="Arial"/>
              </a:rPr>
              <a:t>Thuật toán tìm kiếm tuần tự</a:t>
            </a:r>
            <a:endParaRPr/>
          </a:p>
          <a:p>
            <a:pPr indent="-355600" lvl="0" marL="53340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533400" lvl="0" marL="533400" rtl="0" algn="l">
              <a:lnSpc>
                <a:spcPct val="90000"/>
              </a:lnSpc>
              <a:spcBef>
                <a:spcPts val="1000"/>
              </a:spcBef>
              <a:spcAft>
                <a:spcPts val="0"/>
              </a:spcAft>
              <a:buClr>
                <a:schemeClr val="dk1"/>
              </a:buClr>
              <a:buSzPts val="2800"/>
              <a:buFont typeface="Arial"/>
              <a:buAutoNum type="arabicPeriod"/>
            </a:pPr>
            <a:r>
              <a:rPr b="0" i="0" lang="en-US" sz="2800" u="none">
                <a:solidFill>
                  <a:schemeClr val="dk1"/>
                </a:solidFill>
                <a:latin typeface="Arial"/>
                <a:ea typeface="Arial"/>
                <a:cs typeface="Arial"/>
                <a:sym typeface="Arial"/>
              </a:rPr>
              <a:t>Thuật toán tìm kiếm nhị phân</a:t>
            </a:r>
            <a:endParaRPr/>
          </a:p>
          <a:p>
            <a:pPr indent="-355600" lvl="0" marL="53340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533400" lvl="0" marL="533400" rtl="0" algn="l">
              <a:lnSpc>
                <a:spcPct val="90000"/>
              </a:lnSpc>
              <a:spcBef>
                <a:spcPts val="1000"/>
              </a:spcBef>
              <a:spcAft>
                <a:spcPts val="0"/>
              </a:spcAft>
              <a:buClr>
                <a:schemeClr val="dk1"/>
              </a:buClr>
              <a:buSzPts val="2800"/>
              <a:buFont typeface="Arial"/>
              <a:buAutoNum type="arabicPeriod"/>
            </a:pPr>
            <a:r>
              <a:rPr b="0" i="0" lang="en-US" sz="2800" u="none">
                <a:solidFill>
                  <a:schemeClr val="dk1"/>
                </a:solidFill>
                <a:latin typeface="Arial"/>
                <a:ea typeface="Arial"/>
                <a:cs typeface="Arial"/>
                <a:sym typeface="Arial"/>
              </a:rPr>
              <a:t>Thuật toán sắp xếp “nổi bọt”</a:t>
            </a:r>
            <a:endParaRPr/>
          </a:p>
        </p:txBody>
      </p:sp>
      <p:sp>
        <p:nvSpPr>
          <p:cNvPr id="174" name="Google Shape;174;p4"/>
          <p:cNvSpPr txBox="1"/>
          <p:nvPr/>
        </p:nvSpPr>
        <p:spPr>
          <a:xfrm>
            <a:off x="474662" y="31750"/>
            <a:ext cx="7772400" cy="2333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5"/>
          <p:cNvSpPr txBox="1"/>
          <p:nvPr>
            <p:ph type="title"/>
          </p:nvPr>
        </p:nvSpPr>
        <p:spPr>
          <a:xfrm>
            <a:off x="457200" y="365125"/>
            <a:ext cx="7954962" cy="6381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TÌM KIẾM TUẦN TỰ</a:t>
            </a:r>
            <a:endParaRPr/>
          </a:p>
        </p:txBody>
      </p:sp>
      <p:sp>
        <p:nvSpPr>
          <p:cNvPr id="180" name="Google Shape;180;p5"/>
          <p:cNvSpPr txBox="1"/>
          <p:nvPr>
            <p:ph idx="1" type="body"/>
          </p:nvPr>
        </p:nvSpPr>
        <p:spPr>
          <a:xfrm>
            <a:off x="457200" y="1279525"/>
            <a:ext cx="8412162" cy="5211762"/>
          </a:xfrm>
          <a:prstGeom prst="rect">
            <a:avLst/>
          </a:prstGeom>
          <a:noFill/>
          <a:ln>
            <a:noFill/>
          </a:ln>
        </p:spPr>
        <p:txBody>
          <a:bodyPr anchorCtr="0" anchor="t" bIns="45700" lIns="91425" spcFirstLastPara="1" rIns="91425" wrap="square" tIns="45700">
            <a:noAutofit/>
          </a:bodyPr>
          <a:lstStyle/>
          <a:p>
            <a:pPr indent="-76200" lvl="0" marL="228600" rtl="0" algn="l">
              <a:lnSpc>
                <a:spcPct val="90000"/>
              </a:lnSpc>
              <a:spcBef>
                <a:spcPts val="0"/>
              </a:spcBef>
              <a:spcAft>
                <a:spcPts val="0"/>
              </a:spcAft>
              <a:buClr>
                <a:schemeClr val="dk1"/>
              </a:buClr>
              <a:buSzPts val="2400"/>
              <a:buFont typeface="Arial"/>
              <a:buNone/>
            </a:pPr>
            <a:r>
              <a:t/>
            </a:r>
            <a:endParaRPr b="1" i="0" sz="2400" u="none">
              <a:solidFill>
                <a:schemeClr val="dk1"/>
              </a:solidFill>
              <a:latin typeface="Arial"/>
              <a:ea typeface="Arial"/>
              <a:cs typeface="Arial"/>
              <a:sym typeface="Arial"/>
            </a:endParaRPr>
          </a:p>
          <a:p>
            <a:pPr indent="-228600" lvl="0" marL="228600" rtl="0" algn="l">
              <a:lnSpc>
                <a:spcPct val="90000"/>
              </a:lnSpc>
              <a:spcBef>
                <a:spcPts val="100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Bài toán: </a:t>
            </a:r>
            <a:endParaRPr/>
          </a:p>
          <a:p>
            <a:pPr indent="-228600" lvl="0" marL="228600" rtl="0" algn="l">
              <a:lnSpc>
                <a:spcPct val="90000"/>
              </a:lnSpc>
              <a:spcBef>
                <a:spcPts val="1000"/>
              </a:spcBef>
              <a:spcAft>
                <a:spcPts val="0"/>
              </a:spcAft>
              <a:buClr>
                <a:schemeClr val="dk1"/>
              </a:buClr>
              <a:buSzPts val="2400"/>
              <a:buNone/>
            </a:pPr>
            <a:r>
              <a:rPr b="0" i="0" lang="en-US" sz="2400" u="none">
                <a:solidFill>
                  <a:schemeClr val="dk1"/>
                </a:solidFill>
                <a:latin typeface="Arial"/>
                <a:ea typeface="Arial"/>
                <a:cs typeface="Arial"/>
                <a:sym typeface="Arial"/>
              </a:rPr>
              <a:t>	Cho một mảng a có n phần tử và một giá trị X. Tìm xem trong mảng a có tồn tại một phần tử a[i] nào đó mà a[i] bằng X hay không? </a:t>
            </a:r>
            <a:endParaRPr/>
          </a:p>
          <a:p>
            <a:pPr indent="-228600" lvl="0" marL="228600" rtl="0" algn="l">
              <a:lnSpc>
                <a:spcPct val="90000"/>
              </a:lnSpc>
              <a:spcBef>
                <a:spcPts val="1000"/>
              </a:spcBef>
              <a:spcAft>
                <a:spcPts val="0"/>
              </a:spcAft>
              <a:buClr>
                <a:schemeClr val="dk1"/>
              </a:buClr>
              <a:buSzPts val="2400"/>
              <a:buNone/>
            </a:pPr>
            <a:r>
              <a:t/>
            </a:r>
            <a:endParaRPr b="0" i="0" sz="2400" u="none">
              <a:solidFill>
                <a:schemeClr val="dk1"/>
              </a:solidFill>
              <a:latin typeface="Arial"/>
              <a:ea typeface="Arial"/>
              <a:cs typeface="Arial"/>
              <a:sym typeface="Arial"/>
            </a:endParaRPr>
          </a:p>
          <a:p>
            <a:pPr indent="-228600" lvl="0" marL="228600" rtl="0" algn="l">
              <a:lnSpc>
                <a:spcPct val="90000"/>
              </a:lnSpc>
              <a:spcBef>
                <a:spcPts val="100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Ý tưởng thuật toán: </a:t>
            </a:r>
            <a:endParaRPr/>
          </a:p>
          <a:p>
            <a:pPr indent="-228600" lvl="0" marL="228600" rtl="0" algn="l">
              <a:lnSpc>
                <a:spcPct val="90000"/>
              </a:lnSpc>
              <a:spcBef>
                <a:spcPts val="1000"/>
              </a:spcBef>
              <a:spcAft>
                <a:spcPts val="0"/>
              </a:spcAft>
              <a:buClr>
                <a:schemeClr val="dk1"/>
              </a:buClr>
              <a:buSzPts val="2400"/>
              <a:buNone/>
            </a:pPr>
            <a:r>
              <a:rPr b="0" i="0" lang="en-US" sz="2400" u="none">
                <a:solidFill>
                  <a:schemeClr val="dk1"/>
                </a:solidFill>
                <a:latin typeface="Arial"/>
                <a:ea typeface="Arial"/>
                <a:cs typeface="Arial"/>
                <a:sym typeface="Arial"/>
              </a:rPr>
              <a:t>	Xét các phần tử a[i], tuần tự từ a[0] đến a[n-1], nếu tồn tại một i sao cho a[i] ==X thì kết luận tìm thấy, ngược lại không tìm thấy </a:t>
            </a:r>
            <a:endParaRPr/>
          </a:p>
        </p:txBody>
      </p:sp>
      <p:sp>
        <p:nvSpPr>
          <p:cNvPr id="181" name="Google Shape;181;p5"/>
          <p:cNvSpPr txBox="1"/>
          <p:nvPr/>
        </p:nvSpPr>
        <p:spPr>
          <a:xfrm>
            <a:off x="474662" y="31750"/>
            <a:ext cx="7772400" cy="2333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3"/>
          <p:cNvSpPr txBox="1"/>
          <p:nvPr>
            <p:ph type="title"/>
          </p:nvPr>
        </p:nvSpPr>
        <p:spPr>
          <a:xfrm>
            <a:off x="457200" y="365125"/>
            <a:ext cx="7954962" cy="6381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CHƯƠNG TRÌNH TÌM KIẾM NP</a:t>
            </a:r>
            <a:endParaRPr/>
          </a:p>
        </p:txBody>
      </p:sp>
      <p:sp>
        <p:nvSpPr>
          <p:cNvPr id="187" name="Google Shape;187;p13"/>
          <p:cNvSpPr txBox="1"/>
          <p:nvPr>
            <p:ph idx="1" type="body"/>
          </p:nvPr>
        </p:nvSpPr>
        <p:spPr>
          <a:xfrm>
            <a:off x="457200" y="1279525"/>
            <a:ext cx="8412162" cy="5211762"/>
          </a:xfrm>
          <a:prstGeom prst="rect">
            <a:avLst/>
          </a:prstGeom>
          <a:noFill/>
          <a:ln>
            <a:noFill/>
          </a:ln>
        </p:spPr>
        <p:txBody>
          <a:bodyPr anchorCtr="0" anchor="t" bIns="45700" lIns="91425" spcFirstLastPara="1" rIns="91425" wrap="square" tIns="45700">
            <a:noAutofit/>
          </a:bodyPr>
          <a:lstStyle/>
          <a:p>
            <a:pPr indent="-228600" lvl="0" marL="228600" rtl="0" algn="l">
              <a:lnSpc>
                <a:spcPct val="60000"/>
              </a:lnSpc>
              <a:spcBef>
                <a:spcPts val="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#include &lt;stdio.h&gt;</a:t>
            </a:r>
            <a:endParaRPr/>
          </a:p>
          <a:p>
            <a:pPr indent="-228600" lvl="0" marL="228600" rtl="0" algn="l">
              <a:lnSpc>
                <a:spcPct val="60000"/>
              </a:lnSpc>
              <a:spcBef>
                <a:spcPts val="1000"/>
              </a:spcBef>
              <a:spcAft>
                <a:spcPts val="0"/>
              </a:spcAft>
              <a:buClr>
                <a:schemeClr val="dk1"/>
              </a:buClr>
              <a:buSzPts val="1600"/>
              <a:buNone/>
            </a:pPr>
            <a:r>
              <a:rPr b="1" i="0" lang="en-US" sz="1600" u="none">
                <a:solidFill>
                  <a:schemeClr val="dk1"/>
                </a:solidFill>
                <a:latin typeface="Courier New"/>
                <a:ea typeface="Courier New"/>
                <a:cs typeface="Courier New"/>
                <a:sym typeface="Courier New"/>
              </a:rPr>
              <a:t>typedef int </a:t>
            </a:r>
            <a:r>
              <a:rPr b="0" i="0" lang="en-US" sz="1600" u="none">
                <a:solidFill>
                  <a:schemeClr val="dk1"/>
                </a:solidFill>
                <a:latin typeface="Courier New"/>
                <a:ea typeface="Courier New"/>
                <a:cs typeface="Courier New"/>
                <a:sym typeface="Courier New"/>
              </a:rPr>
              <a:t>DataType;</a:t>
            </a:r>
            <a:r>
              <a:rPr b="1" i="0" lang="en-US" sz="1600" u="none">
                <a:solidFill>
                  <a:schemeClr val="dk1"/>
                </a:solidFill>
                <a:latin typeface="Courier New"/>
                <a:ea typeface="Courier New"/>
                <a:cs typeface="Courier New"/>
                <a:sym typeface="Courier New"/>
              </a:rPr>
              <a:t>      </a:t>
            </a:r>
            <a:endParaRPr/>
          </a:p>
          <a:p>
            <a:pPr indent="-228600" lvl="0" marL="228600" rtl="0" algn="l">
              <a:lnSpc>
                <a:spcPct val="60000"/>
              </a:lnSpc>
              <a:spcBef>
                <a:spcPts val="1000"/>
              </a:spcBef>
              <a:spcAft>
                <a:spcPts val="0"/>
              </a:spcAft>
              <a:buClr>
                <a:schemeClr val="dk1"/>
              </a:buClr>
              <a:buSzPts val="1600"/>
              <a:buNone/>
            </a:pPr>
            <a:r>
              <a:rPr b="1" i="0" lang="en-US" sz="1600" u="none">
                <a:solidFill>
                  <a:schemeClr val="dk1"/>
                </a:solidFill>
                <a:latin typeface="Courier New"/>
                <a:ea typeface="Courier New"/>
                <a:cs typeface="Courier New"/>
                <a:sym typeface="Courier New"/>
              </a:rPr>
              <a:t>int</a:t>
            </a:r>
            <a:r>
              <a:rPr b="0" i="0" lang="en-US" sz="1600" u="none">
                <a:solidFill>
                  <a:schemeClr val="dk1"/>
                </a:solidFill>
                <a:latin typeface="Courier New"/>
                <a:ea typeface="Courier New"/>
                <a:cs typeface="Courier New"/>
                <a:sym typeface="Courier New"/>
              </a:rPr>
              <a:t> BSearch(DataType X, DataType a[], </a:t>
            </a:r>
            <a:r>
              <a:rPr b="1" i="0" lang="en-US" sz="1600" u="none">
                <a:solidFill>
                  <a:schemeClr val="dk1"/>
                </a:solidFill>
                <a:latin typeface="Courier New"/>
                <a:ea typeface="Courier New"/>
                <a:cs typeface="Courier New"/>
                <a:sym typeface="Courier New"/>
              </a:rPr>
              <a:t>int</a:t>
            </a:r>
            <a:r>
              <a:rPr b="0" i="0" lang="en-US" sz="1600" u="none">
                <a:solidFill>
                  <a:schemeClr val="dk1"/>
                </a:solidFill>
                <a:latin typeface="Courier New"/>
                <a:ea typeface="Courier New"/>
                <a:cs typeface="Courier New"/>
                <a:sym typeface="Courier New"/>
              </a:rPr>
              <a:t> n){</a:t>
            </a:r>
            <a:endParaRPr/>
          </a:p>
          <a:p>
            <a:pPr indent="-228600" lvl="0" marL="228600" rtl="0" algn="l">
              <a:lnSpc>
                <a:spcPct val="6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r>
              <a:rPr b="1" i="0" lang="en-US" sz="1600" u="none">
                <a:solidFill>
                  <a:schemeClr val="dk1"/>
                </a:solidFill>
                <a:latin typeface="Courier New"/>
                <a:ea typeface="Courier New"/>
                <a:cs typeface="Courier New"/>
                <a:sym typeface="Courier New"/>
              </a:rPr>
              <a:t>int</a:t>
            </a:r>
            <a:r>
              <a:rPr b="0" i="0" lang="en-US" sz="1600" u="none">
                <a:solidFill>
                  <a:schemeClr val="dk1"/>
                </a:solidFill>
                <a:latin typeface="Courier New"/>
                <a:ea typeface="Courier New"/>
                <a:cs typeface="Courier New"/>
                <a:sym typeface="Courier New"/>
              </a:rPr>
              <a:t> L = 0, R = n-1;</a:t>
            </a:r>
            <a:endParaRPr/>
          </a:p>
          <a:p>
            <a:pPr indent="-228600" lvl="0" marL="228600" rtl="0" algn="l">
              <a:lnSpc>
                <a:spcPct val="6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r>
              <a:rPr b="1" i="0" lang="en-US" sz="1600" u="none">
                <a:solidFill>
                  <a:schemeClr val="dk1"/>
                </a:solidFill>
                <a:latin typeface="Courier New"/>
                <a:ea typeface="Courier New"/>
                <a:cs typeface="Courier New"/>
                <a:sym typeface="Courier New"/>
              </a:rPr>
              <a:t>int</a:t>
            </a:r>
            <a:r>
              <a:rPr b="0" i="0" lang="en-US" sz="1600" u="none">
                <a:solidFill>
                  <a:schemeClr val="dk1"/>
                </a:solidFill>
                <a:latin typeface="Courier New"/>
                <a:ea typeface="Courier New"/>
                <a:cs typeface="Courier New"/>
                <a:sym typeface="Courier New"/>
              </a:rPr>
              <a:t> Found = 0;</a:t>
            </a:r>
            <a:endParaRPr/>
          </a:p>
          <a:p>
            <a:pPr indent="-228600" lvl="0" marL="228600" rtl="0" algn="l">
              <a:lnSpc>
                <a:spcPct val="6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r>
              <a:rPr b="1" i="0" lang="en-US" sz="1600" u="none">
                <a:solidFill>
                  <a:schemeClr val="dk1"/>
                </a:solidFill>
                <a:latin typeface="Courier New"/>
                <a:ea typeface="Courier New"/>
                <a:cs typeface="Courier New"/>
                <a:sym typeface="Courier New"/>
              </a:rPr>
              <a:t>while</a:t>
            </a:r>
            <a:r>
              <a:rPr b="0" i="0" lang="en-US" sz="1600" u="none">
                <a:solidFill>
                  <a:schemeClr val="dk1"/>
                </a:solidFill>
                <a:latin typeface="Courier New"/>
                <a:ea typeface="Courier New"/>
                <a:cs typeface="Courier New"/>
                <a:sym typeface="Courier New"/>
              </a:rPr>
              <a:t> (L&lt;=R) &amp;&amp; (!Found) {</a:t>
            </a:r>
            <a:endParaRPr/>
          </a:p>
          <a:p>
            <a:pPr indent="-228600" lvl="0" marL="228600" rtl="0" algn="l">
              <a:lnSpc>
                <a:spcPct val="6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M = (L+R)/2;</a:t>
            </a:r>
            <a:endParaRPr/>
          </a:p>
          <a:p>
            <a:pPr indent="-228600" lvl="0" marL="228600" rtl="0" algn="l">
              <a:lnSpc>
                <a:spcPct val="6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r>
              <a:rPr b="1" i="0" lang="en-US" sz="1600" u="none">
                <a:solidFill>
                  <a:schemeClr val="dk1"/>
                </a:solidFill>
                <a:latin typeface="Courier New"/>
                <a:ea typeface="Courier New"/>
                <a:cs typeface="Courier New"/>
                <a:sym typeface="Courier New"/>
              </a:rPr>
              <a:t>if</a:t>
            </a:r>
            <a:r>
              <a:rPr b="0" i="0" lang="en-US" sz="1600" u="none">
                <a:solidFill>
                  <a:schemeClr val="dk1"/>
                </a:solidFill>
                <a:latin typeface="Courier New"/>
                <a:ea typeface="Courier New"/>
                <a:cs typeface="Courier New"/>
                <a:sym typeface="Courier New"/>
              </a:rPr>
              <a:t> (a[M] == X)  Found = 1;</a:t>
            </a:r>
            <a:endParaRPr/>
          </a:p>
          <a:p>
            <a:pPr indent="-228600" lvl="0" marL="228600" rtl="0" algn="l">
              <a:lnSpc>
                <a:spcPct val="6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r>
              <a:rPr b="1" i="0" lang="en-US" sz="1600" u="none">
                <a:solidFill>
                  <a:schemeClr val="dk1"/>
                </a:solidFill>
                <a:latin typeface="Courier New"/>
                <a:ea typeface="Courier New"/>
                <a:cs typeface="Courier New"/>
                <a:sym typeface="Courier New"/>
              </a:rPr>
              <a:t>else if</a:t>
            </a:r>
            <a:r>
              <a:rPr b="0" i="0" lang="en-US" sz="1600" u="none">
                <a:solidFill>
                  <a:schemeClr val="dk1"/>
                </a:solidFill>
                <a:latin typeface="Courier New"/>
                <a:ea typeface="Courier New"/>
                <a:cs typeface="Courier New"/>
                <a:sym typeface="Courier New"/>
              </a:rPr>
              <a:t> (a[M] &gt; X)  R = M-1;</a:t>
            </a:r>
            <a:endParaRPr/>
          </a:p>
          <a:p>
            <a:pPr indent="-228600" lvl="0" marL="228600" rtl="0" algn="l">
              <a:lnSpc>
                <a:spcPct val="6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r>
              <a:rPr b="1" i="0" lang="en-US" sz="1600" u="none">
                <a:solidFill>
                  <a:schemeClr val="dk1"/>
                </a:solidFill>
                <a:latin typeface="Courier New"/>
                <a:ea typeface="Courier New"/>
                <a:cs typeface="Courier New"/>
                <a:sym typeface="Courier New"/>
              </a:rPr>
              <a:t>else</a:t>
            </a:r>
            <a:r>
              <a:rPr b="0" i="0" lang="en-US" sz="1600" u="none">
                <a:solidFill>
                  <a:schemeClr val="dk1"/>
                </a:solidFill>
                <a:latin typeface="Courier New"/>
                <a:ea typeface="Courier New"/>
                <a:cs typeface="Courier New"/>
                <a:sym typeface="Courier New"/>
              </a:rPr>
              <a:t>  L = M+1;</a:t>
            </a:r>
            <a:endParaRPr/>
          </a:p>
          <a:p>
            <a:pPr indent="-228600" lvl="0" marL="228600" rtl="0" algn="l">
              <a:lnSpc>
                <a:spcPct val="6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endParaRPr/>
          </a:p>
          <a:p>
            <a:pPr indent="-228600" lvl="0" marL="228600" rtl="0" algn="l">
              <a:lnSpc>
                <a:spcPct val="6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r>
              <a:rPr b="1" i="0" lang="en-US" sz="1600" u="none">
                <a:solidFill>
                  <a:schemeClr val="dk1"/>
                </a:solidFill>
                <a:latin typeface="Courier New"/>
                <a:ea typeface="Courier New"/>
                <a:cs typeface="Courier New"/>
                <a:sym typeface="Courier New"/>
              </a:rPr>
              <a:t>return</a:t>
            </a:r>
            <a:r>
              <a:rPr b="0" i="0" lang="en-US" sz="1600" u="none">
                <a:solidFill>
                  <a:schemeClr val="dk1"/>
                </a:solidFill>
                <a:latin typeface="Courier New"/>
                <a:ea typeface="Courier New"/>
                <a:cs typeface="Courier New"/>
                <a:sym typeface="Courier New"/>
              </a:rPr>
              <a:t> Found;</a:t>
            </a:r>
            <a:endParaRPr/>
          </a:p>
          <a:p>
            <a:pPr indent="-228600" lvl="0" marL="228600" rtl="0" algn="l">
              <a:lnSpc>
                <a:spcPct val="6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a:t>
            </a:r>
            <a:endParaRPr/>
          </a:p>
          <a:p>
            <a:pPr indent="-228600" lvl="0" marL="228600" rtl="0" algn="l">
              <a:lnSpc>
                <a:spcPct val="60000"/>
              </a:lnSpc>
              <a:spcBef>
                <a:spcPts val="1000"/>
              </a:spcBef>
              <a:spcAft>
                <a:spcPts val="0"/>
              </a:spcAft>
              <a:buClr>
                <a:schemeClr val="dk1"/>
              </a:buClr>
              <a:buSzPts val="1600"/>
              <a:buNone/>
            </a:pPr>
            <a:r>
              <a:rPr b="1" i="0" lang="en-US" sz="1600" u="none">
                <a:solidFill>
                  <a:schemeClr val="dk1"/>
                </a:solidFill>
                <a:latin typeface="Courier New"/>
                <a:ea typeface="Courier New"/>
                <a:cs typeface="Courier New"/>
                <a:sym typeface="Courier New"/>
              </a:rPr>
              <a:t>int</a:t>
            </a:r>
            <a:r>
              <a:rPr b="0" i="0" lang="en-US" sz="1600" u="none">
                <a:solidFill>
                  <a:schemeClr val="dk1"/>
                </a:solidFill>
                <a:latin typeface="Courier New"/>
                <a:ea typeface="Courier New"/>
                <a:cs typeface="Courier New"/>
                <a:sym typeface="Courier New"/>
              </a:rPr>
              <a:t> main(){</a:t>
            </a:r>
            <a:endParaRPr/>
          </a:p>
          <a:p>
            <a:pPr indent="-228600" lvl="0" marL="228600" rtl="0" algn="l">
              <a:lnSpc>
                <a:spcPct val="6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r>
              <a:rPr b="1" i="0" lang="en-US" sz="1600" u="none">
                <a:solidFill>
                  <a:schemeClr val="dk1"/>
                </a:solidFill>
                <a:latin typeface="Courier New"/>
                <a:ea typeface="Courier New"/>
                <a:cs typeface="Courier New"/>
                <a:sym typeface="Courier New"/>
              </a:rPr>
              <a:t>int</a:t>
            </a:r>
            <a:r>
              <a:rPr b="0" i="0" lang="en-US" sz="1600" u="none">
                <a:solidFill>
                  <a:schemeClr val="dk1"/>
                </a:solidFill>
                <a:latin typeface="Courier New"/>
                <a:ea typeface="Courier New"/>
                <a:cs typeface="Courier New"/>
                <a:sym typeface="Courier New"/>
              </a:rPr>
              <a:t> X= 10, a[] = {4, 7, 10, 23, 25, 30, 35, 49};</a:t>
            </a:r>
            <a:endParaRPr/>
          </a:p>
          <a:p>
            <a:pPr indent="-228600" lvl="0" marL="228600" rtl="0" algn="l">
              <a:lnSpc>
                <a:spcPct val="6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r>
              <a:rPr b="1" i="0" lang="en-US" sz="1600" u="none">
                <a:solidFill>
                  <a:schemeClr val="dk1"/>
                </a:solidFill>
                <a:latin typeface="Courier New"/>
                <a:ea typeface="Courier New"/>
                <a:cs typeface="Courier New"/>
                <a:sym typeface="Courier New"/>
              </a:rPr>
              <a:t>if</a:t>
            </a:r>
            <a:r>
              <a:rPr b="0" i="0" lang="en-US" sz="1600" u="none">
                <a:solidFill>
                  <a:schemeClr val="dk1"/>
                </a:solidFill>
                <a:latin typeface="Courier New"/>
                <a:ea typeface="Courier New"/>
                <a:cs typeface="Courier New"/>
                <a:sym typeface="Courier New"/>
              </a:rPr>
              <a:t> BSearch(X,a,8) printf(“Tim thay X trong mang a\n”);</a:t>
            </a:r>
            <a:endParaRPr/>
          </a:p>
          <a:p>
            <a:pPr indent="-228600" lvl="0" marL="228600" rtl="0" algn="l">
              <a:lnSpc>
                <a:spcPct val="6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r>
              <a:rPr b="1" i="0" lang="en-US" sz="1600" u="none">
                <a:solidFill>
                  <a:schemeClr val="dk1"/>
                </a:solidFill>
                <a:latin typeface="Courier New"/>
                <a:ea typeface="Courier New"/>
                <a:cs typeface="Courier New"/>
                <a:sym typeface="Courier New"/>
              </a:rPr>
              <a:t>else</a:t>
            </a:r>
            <a:r>
              <a:rPr b="0" i="0" lang="en-US" sz="1600" u="none">
                <a:solidFill>
                  <a:schemeClr val="dk1"/>
                </a:solidFill>
                <a:latin typeface="Courier New"/>
                <a:ea typeface="Courier New"/>
                <a:cs typeface="Courier New"/>
                <a:sym typeface="Courier New"/>
              </a:rPr>
              <a:t> printf(“Khong tim thay X trong mang a\n”);</a:t>
            </a:r>
            <a:endParaRPr/>
          </a:p>
          <a:p>
            <a:pPr indent="-228600" lvl="0" marL="228600" rtl="0" algn="l">
              <a:lnSpc>
                <a:spcPct val="6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r>
              <a:rPr b="1" i="0" lang="en-US" sz="1600" u="none">
                <a:solidFill>
                  <a:schemeClr val="dk1"/>
                </a:solidFill>
                <a:latin typeface="Courier New"/>
                <a:ea typeface="Courier New"/>
                <a:cs typeface="Courier New"/>
                <a:sym typeface="Courier New"/>
              </a:rPr>
              <a:t>return</a:t>
            </a:r>
            <a:r>
              <a:rPr b="0" i="0" lang="en-US" sz="1600" u="none">
                <a:solidFill>
                  <a:schemeClr val="dk1"/>
                </a:solidFill>
                <a:latin typeface="Courier New"/>
                <a:ea typeface="Courier New"/>
                <a:cs typeface="Courier New"/>
                <a:sym typeface="Courier New"/>
              </a:rPr>
              <a:t> 0;</a:t>
            </a:r>
            <a:endParaRPr/>
          </a:p>
          <a:p>
            <a:pPr indent="-228600" lvl="0" marL="228600" rtl="0" algn="l">
              <a:lnSpc>
                <a:spcPct val="6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4"/>
          <p:cNvSpPr txBox="1"/>
          <p:nvPr>
            <p:ph type="title"/>
          </p:nvPr>
        </p:nvSpPr>
        <p:spPr>
          <a:xfrm>
            <a:off x="457200" y="365125"/>
            <a:ext cx="7954962" cy="63817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TKNP: VIẾT BẰNG KỸ THUẬT ĐỆ QUY</a:t>
            </a:r>
            <a:endParaRPr/>
          </a:p>
        </p:txBody>
      </p:sp>
      <p:sp>
        <p:nvSpPr>
          <p:cNvPr id="193" name="Google Shape;193;p14"/>
          <p:cNvSpPr txBox="1"/>
          <p:nvPr>
            <p:ph idx="1" type="body"/>
          </p:nvPr>
        </p:nvSpPr>
        <p:spPr>
          <a:xfrm>
            <a:off x="457200" y="1279525"/>
            <a:ext cx="8412162" cy="5211762"/>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228600" lvl="0" marL="22860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Biến cục bộ L, R trở thành tham số</a:t>
            </a:r>
            <a:endParaRPr/>
          </a:p>
          <a:p>
            <a:pPr indent="-50800" lvl="0" marL="22860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228600" lvl="0" marL="22860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Có thể return trực tiếp mà không cần dùng biến Found</a:t>
            </a:r>
            <a:endParaRPr/>
          </a:p>
          <a:p>
            <a:pPr indent="-50800" lvl="0" marL="22860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5"/>
          <p:cNvSpPr txBox="1"/>
          <p:nvPr>
            <p:ph type="title"/>
          </p:nvPr>
        </p:nvSpPr>
        <p:spPr>
          <a:xfrm>
            <a:off x="457200" y="365125"/>
            <a:ext cx="7954962" cy="6381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HÀM ĐỆ QUY TKNP</a:t>
            </a:r>
            <a:endParaRPr/>
          </a:p>
        </p:txBody>
      </p:sp>
      <p:sp>
        <p:nvSpPr>
          <p:cNvPr id="199" name="Google Shape;199;p15"/>
          <p:cNvSpPr txBox="1"/>
          <p:nvPr>
            <p:ph idx="1" type="body"/>
          </p:nvPr>
        </p:nvSpPr>
        <p:spPr>
          <a:xfrm>
            <a:off x="457200" y="1279525"/>
            <a:ext cx="8412162" cy="5211762"/>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600"/>
              <a:buNone/>
            </a:pPr>
            <a:r>
              <a:t/>
            </a:r>
            <a:endParaRPr b="1" i="0" sz="1600" u="none">
              <a:solidFill>
                <a:schemeClr val="dk1"/>
              </a:solidFill>
              <a:latin typeface="Courier New"/>
              <a:ea typeface="Courier New"/>
              <a:cs typeface="Courier New"/>
              <a:sym typeface="Courier New"/>
            </a:endParaRPr>
          </a:p>
          <a:p>
            <a:pPr indent="-228600" lvl="0" marL="228600" rtl="0" algn="l">
              <a:lnSpc>
                <a:spcPct val="90000"/>
              </a:lnSpc>
              <a:spcBef>
                <a:spcPts val="1000"/>
              </a:spcBef>
              <a:spcAft>
                <a:spcPts val="0"/>
              </a:spcAft>
              <a:buClr>
                <a:schemeClr val="dk1"/>
              </a:buClr>
              <a:buSzPts val="1600"/>
              <a:buNone/>
            </a:pPr>
            <a:r>
              <a:t/>
            </a:r>
            <a:endParaRPr b="1" i="0" sz="1600" u="none">
              <a:solidFill>
                <a:schemeClr val="dk1"/>
              </a:solidFill>
              <a:latin typeface="Courier New"/>
              <a:ea typeface="Courier New"/>
              <a:cs typeface="Courier New"/>
              <a:sym typeface="Courier New"/>
            </a:endParaRPr>
          </a:p>
          <a:p>
            <a:pPr indent="-228600" lvl="0" marL="228600" rtl="0" algn="l">
              <a:lnSpc>
                <a:spcPct val="90000"/>
              </a:lnSpc>
              <a:spcBef>
                <a:spcPts val="1000"/>
              </a:spcBef>
              <a:spcAft>
                <a:spcPts val="0"/>
              </a:spcAft>
              <a:buClr>
                <a:schemeClr val="dk1"/>
              </a:buClr>
              <a:buSzPts val="1600"/>
              <a:buNone/>
            </a:pPr>
            <a:r>
              <a:rPr b="1" i="0" lang="en-US" sz="1600" u="none">
                <a:solidFill>
                  <a:schemeClr val="dk1"/>
                </a:solidFill>
                <a:latin typeface="Courier New"/>
                <a:ea typeface="Courier New"/>
                <a:cs typeface="Courier New"/>
                <a:sym typeface="Courier New"/>
              </a:rPr>
              <a:t>int</a:t>
            </a:r>
            <a:r>
              <a:rPr b="0" i="0" lang="en-US" sz="1600" u="none">
                <a:solidFill>
                  <a:schemeClr val="dk1"/>
                </a:solidFill>
                <a:latin typeface="Courier New"/>
                <a:ea typeface="Courier New"/>
                <a:cs typeface="Courier New"/>
                <a:sym typeface="Courier New"/>
              </a:rPr>
              <a:t> RBSearch(DataType X, DataType a[], </a:t>
            </a:r>
            <a:r>
              <a:rPr b="1" i="0" lang="en-US" sz="1600" u="none">
                <a:solidFill>
                  <a:schemeClr val="dk1"/>
                </a:solidFill>
                <a:latin typeface="Courier New"/>
                <a:ea typeface="Courier New"/>
                <a:cs typeface="Courier New"/>
                <a:sym typeface="Courier New"/>
              </a:rPr>
              <a:t>int</a:t>
            </a:r>
            <a:r>
              <a:rPr b="0" i="0" lang="en-US" sz="1600" u="none">
                <a:solidFill>
                  <a:schemeClr val="dk1"/>
                </a:solidFill>
                <a:latin typeface="Courier New"/>
                <a:ea typeface="Courier New"/>
                <a:cs typeface="Courier New"/>
                <a:sym typeface="Courier New"/>
              </a:rPr>
              <a:t> L, </a:t>
            </a:r>
            <a:r>
              <a:rPr b="1" i="0" lang="en-US" sz="1600" u="none">
                <a:solidFill>
                  <a:schemeClr val="dk1"/>
                </a:solidFill>
                <a:latin typeface="Courier New"/>
                <a:ea typeface="Courier New"/>
                <a:cs typeface="Courier New"/>
                <a:sym typeface="Courier New"/>
              </a:rPr>
              <a:t>int</a:t>
            </a:r>
            <a:r>
              <a:rPr b="0" i="0" lang="en-US" sz="1600" u="none">
                <a:solidFill>
                  <a:schemeClr val="dk1"/>
                </a:solidFill>
                <a:latin typeface="Courier New"/>
                <a:ea typeface="Courier New"/>
                <a:cs typeface="Courier New"/>
                <a:sym typeface="Courier New"/>
              </a:rPr>
              <a:t> R){</a:t>
            </a:r>
            <a:endParaRPr/>
          </a:p>
          <a:p>
            <a:pPr indent="-228600" lvl="0" marL="228600" rtl="0" algn="l">
              <a:lnSpc>
                <a:spcPct val="9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r>
              <a:rPr b="1" i="0" lang="en-US" sz="1600" u="none">
                <a:solidFill>
                  <a:schemeClr val="dk1"/>
                </a:solidFill>
                <a:latin typeface="Courier New"/>
                <a:ea typeface="Courier New"/>
                <a:cs typeface="Courier New"/>
                <a:sym typeface="Courier New"/>
              </a:rPr>
              <a:t>if </a:t>
            </a:r>
            <a:r>
              <a:rPr b="0" i="0" lang="en-US" sz="1600" u="none">
                <a:solidFill>
                  <a:schemeClr val="dk1"/>
                </a:solidFill>
                <a:latin typeface="Courier New"/>
                <a:ea typeface="Courier New"/>
                <a:cs typeface="Courier New"/>
                <a:sym typeface="Courier New"/>
              </a:rPr>
              <a:t>(L&gt;R) </a:t>
            </a:r>
            <a:r>
              <a:rPr b="1" i="0" lang="en-US" sz="1600" u="none">
                <a:solidFill>
                  <a:schemeClr val="dk1"/>
                </a:solidFill>
                <a:latin typeface="Courier New"/>
                <a:ea typeface="Courier New"/>
                <a:cs typeface="Courier New"/>
                <a:sym typeface="Courier New"/>
              </a:rPr>
              <a:t>return</a:t>
            </a:r>
            <a:r>
              <a:rPr b="0" i="0" lang="en-US" sz="1600" u="none">
                <a:solidFill>
                  <a:schemeClr val="dk1"/>
                </a:solidFill>
                <a:latin typeface="Courier New"/>
                <a:ea typeface="Courier New"/>
                <a:cs typeface="Courier New"/>
                <a:sym typeface="Courier New"/>
              </a:rPr>
              <a:t> 0; </a:t>
            </a:r>
            <a:endParaRPr/>
          </a:p>
          <a:p>
            <a:pPr indent="-228600" lvl="0" marL="228600" rtl="0" algn="l">
              <a:lnSpc>
                <a:spcPct val="9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r>
              <a:rPr b="1" i="0" lang="en-US" sz="1600" u="none">
                <a:solidFill>
                  <a:schemeClr val="dk1"/>
                </a:solidFill>
                <a:latin typeface="Courier New"/>
                <a:ea typeface="Courier New"/>
                <a:cs typeface="Courier New"/>
                <a:sym typeface="Courier New"/>
              </a:rPr>
              <a:t>int</a:t>
            </a:r>
            <a:r>
              <a:rPr b="0" i="0" lang="en-US" sz="1600" u="none">
                <a:solidFill>
                  <a:schemeClr val="dk1"/>
                </a:solidFill>
                <a:latin typeface="Courier New"/>
                <a:ea typeface="Courier New"/>
                <a:cs typeface="Courier New"/>
                <a:sym typeface="Courier New"/>
              </a:rPr>
              <a:t> M = (L+R)/2;</a:t>
            </a:r>
            <a:endParaRPr/>
          </a:p>
          <a:p>
            <a:pPr indent="-228600" lvl="0" marL="228600" rtl="0" algn="l">
              <a:lnSpc>
                <a:spcPct val="9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r>
              <a:rPr b="1" i="0" lang="en-US" sz="1600" u="none">
                <a:solidFill>
                  <a:schemeClr val="dk1"/>
                </a:solidFill>
                <a:latin typeface="Courier New"/>
                <a:ea typeface="Courier New"/>
                <a:cs typeface="Courier New"/>
                <a:sym typeface="Courier New"/>
              </a:rPr>
              <a:t>if</a:t>
            </a:r>
            <a:r>
              <a:rPr b="0" i="0" lang="en-US" sz="1600" u="none">
                <a:solidFill>
                  <a:schemeClr val="dk1"/>
                </a:solidFill>
                <a:latin typeface="Courier New"/>
                <a:ea typeface="Courier New"/>
                <a:cs typeface="Courier New"/>
                <a:sym typeface="Courier New"/>
              </a:rPr>
              <a:t> (a[M] == X)  </a:t>
            </a:r>
            <a:r>
              <a:rPr b="1" i="0" lang="en-US" sz="1600" u="none">
                <a:solidFill>
                  <a:schemeClr val="dk1"/>
                </a:solidFill>
                <a:latin typeface="Courier New"/>
                <a:ea typeface="Courier New"/>
                <a:cs typeface="Courier New"/>
                <a:sym typeface="Courier New"/>
              </a:rPr>
              <a:t>return</a:t>
            </a:r>
            <a:r>
              <a:rPr b="0" i="0" lang="en-US" sz="1600" u="none">
                <a:solidFill>
                  <a:schemeClr val="dk1"/>
                </a:solidFill>
                <a:latin typeface="Courier New"/>
                <a:ea typeface="Courier New"/>
                <a:cs typeface="Courier New"/>
                <a:sym typeface="Courier New"/>
              </a:rPr>
              <a:t> 1;</a:t>
            </a:r>
            <a:endParaRPr/>
          </a:p>
          <a:p>
            <a:pPr indent="-228600" lvl="0" marL="228600" rtl="0" algn="l">
              <a:lnSpc>
                <a:spcPct val="9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r>
              <a:rPr b="1" i="0" lang="en-US" sz="1600" u="none">
                <a:solidFill>
                  <a:schemeClr val="dk1"/>
                </a:solidFill>
                <a:latin typeface="Courier New"/>
                <a:ea typeface="Courier New"/>
                <a:cs typeface="Courier New"/>
                <a:sym typeface="Courier New"/>
              </a:rPr>
              <a:t>if</a:t>
            </a:r>
            <a:r>
              <a:rPr b="0" i="0" lang="en-US" sz="1600" u="none">
                <a:solidFill>
                  <a:schemeClr val="dk1"/>
                </a:solidFill>
                <a:latin typeface="Courier New"/>
                <a:ea typeface="Courier New"/>
                <a:cs typeface="Courier New"/>
                <a:sym typeface="Courier New"/>
              </a:rPr>
              <a:t> (a[M] &gt; X)  </a:t>
            </a:r>
            <a:r>
              <a:rPr b="1" i="0" lang="en-US" sz="1600" u="none">
                <a:solidFill>
                  <a:schemeClr val="dk1"/>
                </a:solidFill>
                <a:latin typeface="Courier New"/>
                <a:ea typeface="Courier New"/>
                <a:cs typeface="Courier New"/>
                <a:sym typeface="Courier New"/>
              </a:rPr>
              <a:t>return</a:t>
            </a:r>
            <a:r>
              <a:rPr b="0" i="0" lang="en-US" sz="1600" u="none">
                <a:solidFill>
                  <a:schemeClr val="dk1"/>
                </a:solidFill>
                <a:latin typeface="Courier New"/>
                <a:ea typeface="Courier New"/>
                <a:cs typeface="Courier New"/>
                <a:sym typeface="Courier New"/>
              </a:rPr>
              <a:t> RBSearch(X, a, L, M-1);</a:t>
            </a:r>
            <a:endParaRPr/>
          </a:p>
          <a:p>
            <a:pPr indent="-228600" lvl="0" marL="228600" rtl="0" algn="l">
              <a:lnSpc>
                <a:spcPct val="9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r>
              <a:rPr b="1" i="0" lang="en-US" sz="1600" u="none">
                <a:solidFill>
                  <a:schemeClr val="dk1"/>
                </a:solidFill>
                <a:latin typeface="Courier New"/>
                <a:ea typeface="Courier New"/>
                <a:cs typeface="Courier New"/>
                <a:sym typeface="Courier New"/>
              </a:rPr>
              <a:t>return</a:t>
            </a:r>
            <a:r>
              <a:rPr b="0" i="0" lang="en-US" sz="1600" u="none">
                <a:solidFill>
                  <a:schemeClr val="dk1"/>
                </a:solidFill>
                <a:latin typeface="Courier New"/>
                <a:ea typeface="Courier New"/>
                <a:cs typeface="Courier New"/>
                <a:sym typeface="Courier New"/>
              </a:rPr>
              <a:t> RBSearch(X, a, M+1, R);</a:t>
            </a:r>
            <a:endParaRPr/>
          </a:p>
          <a:p>
            <a:pPr indent="-228600" lvl="0" marL="228600" rtl="0" algn="l">
              <a:lnSpc>
                <a:spcPct val="9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chemeClr val="dk1"/>
              </a:buClr>
              <a:buSzPts val="2800"/>
              <a:buNone/>
            </a:pPr>
            <a:r>
              <a:t/>
            </a:r>
            <a:endParaRPr b="0" i="0" sz="2800" u="none">
              <a:solidFill>
                <a:schemeClr val="dk1"/>
              </a:solidFill>
              <a:latin typeface="Arial"/>
              <a:ea typeface="Arial"/>
              <a:cs typeface="Arial"/>
              <a:sym typeface="Arial"/>
            </a:endParaRPr>
          </a:p>
          <a:p>
            <a:pPr indent="-228600" lvl="0" marL="228600" rtl="0" algn="l">
              <a:lnSpc>
                <a:spcPct val="90000"/>
              </a:lnSpc>
              <a:spcBef>
                <a:spcPts val="1000"/>
              </a:spcBef>
              <a:spcAft>
                <a:spcPts val="0"/>
              </a:spcAft>
              <a:buClr>
                <a:schemeClr val="dk1"/>
              </a:buClr>
              <a:buSzPts val="2800"/>
              <a:buNone/>
            </a:pPr>
            <a:r>
              <a:rPr b="0" i="0" lang="en-US" sz="2800" u="none">
                <a:solidFill>
                  <a:schemeClr val="dk1"/>
                </a:solidFill>
                <a:latin typeface="Arial"/>
                <a:ea typeface="Arial"/>
                <a:cs typeface="Arial"/>
                <a:sym typeface="Arial"/>
              </a:rPr>
              <a:t>Lời gọi ban đầu: RBSearch(X, a, 0, n-1)</a:t>
            </a:r>
            <a:endParaRPr/>
          </a:p>
          <a:p>
            <a:pPr indent="-50800" lvl="0" marL="228600" rtl="0" algn="l">
              <a:lnSpc>
                <a:spcPct val="90000"/>
              </a:lnSpc>
              <a:spcBef>
                <a:spcPts val="1000"/>
              </a:spcBef>
              <a:spcAft>
                <a:spcPts val="0"/>
              </a:spcAft>
              <a:buClr>
                <a:schemeClr val="dk1"/>
              </a:buClr>
              <a:buSzPts val="2800"/>
              <a:buNone/>
            </a:pPr>
            <a:r>
              <a:t/>
            </a:r>
            <a:endParaRPr b="0" i="0" sz="2800" u="none">
              <a:solidFill>
                <a:schemeClr val="dk1"/>
              </a:solidFill>
              <a:latin typeface="Arial"/>
              <a:ea typeface="Arial"/>
              <a:cs typeface="Arial"/>
              <a:sym typeface="Arial"/>
            </a:endParaRPr>
          </a:p>
        </p:txBody>
      </p:sp>
      <p:sp>
        <p:nvSpPr>
          <p:cNvPr id="200" name="Google Shape;200;p15"/>
          <p:cNvSpPr txBox="1"/>
          <p:nvPr/>
        </p:nvSpPr>
        <p:spPr>
          <a:xfrm>
            <a:off x="474662" y="31750"/>
            <a:ext cx="7772400" cy="2333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6"/>
          <p:cNvSpPr txBox="1"/>
          <p:nvPr>
            <p:ph type="title"/>
          </p:nvPr>
        </p:nvSpPr>
        <p:spPr>
          <a:xfrm>
            <a:off x="650875" y="263525"/>
            <a:ext cx="8493125" cy="706437"/>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500"/>
              <a:buFont typeface="Arial"/>
              <a:buNone/>
            </a:pPr>
            <a:r>
              <a:rPr b="1" i="0" lang="en-US" sz="2500" u="none">
                <a:solidFill>
                  <a:srgbClr val="FFF3F3"/>
                </a:solidFill>
                <a:latin typeface="Arial"/>
                <a:ea typeface="Arial"/>
                <a:cs typeface="Arial"/>
                <a:sym typeface="Arial"/>
              </a:rPr>
              <a:t>Minh Họa GT Tìm Kiếm Nhị Phân</a:t>
            </a:r>
            <a:endParaRPr/>
          </a:p>
        </p:txBody>
      </p:sp>
      <p:sp>
        <p:nvSpPr>
          <p:cNvPr id="206" name="Google Shape;206;p16"/>
          <p:cNvSpPr/>
          <p:nvPr/>
        </p:nvSpPr>
        <p:spPr>
          <a:xfrm>
            <a:off x="1381125" y="3789362"/>
            <a:ext cx="747712" cy="6096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1</a:t>
            </a:r>
            <a:endParaRPr/>
          </a:p>
        </p:txBody>
      </p:sp>
      <p:sp>
        <p:nvSpPr>
          <p:cNvPr id="207" name="Google Shape;207;p16"/>
          <p:cNvSpPr/>
          <p:nvPr/>
        </p:nvSpPr>
        <p:spPr>
          <a:xfrm>
            <a:off x="2420937" y="3789362"/>
            <a:ext cx="730250" cy="6096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2</a:t>
            </a:r>
            <a:endParaRPr/>
          </a:p>
        </p:txBody>
      </p:sp>
      <p:sp>
        <p:nvSpPr>
          <p:cNvPr id="208" name="Google Shape;208;p16"/>
          <p:cNvSpPr/>
          <p:nvPr/>
        </p:nvSpPr>
        <p:spPr>
          <a:xfrm>
            <a:off x="3443287" y="3789362"/>
            <a:ext cx="730250" cy="6096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4</a:t>
            </a:r>
            <a:endParaRPr/>
          </a:p>
        </p:txBody>
      </p:sp>
      <p:sp>
        <p:nvSpPr>
          <p:cNvPr id="209" name="Google Shape;209;p16"/>
          <p:cNvSpPr/>
          <p:nvPr/>
        </p:nvSpPr>
        <p:spPr>
          <a:xfrm>
            <a:off x="4451350" y="3789362"/>
            <a:ext cx="730250" cy="6096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6</a:t>
            </a:r>
            <a:endParaRPr/>
          </a:p>
        </p:txBody>
      </p:sp>
      <p:sp>
        <p:nvSpPr>
          <p:cNvPr id="210" name="Google Shape;210;p16"/>
          <p:cNvSpPr/>
          <p:nvPr/>
        </p:nvSpPr>
        <p:spPr>
          <a:xfrm>
            <a:off x="6497637" y="3789362"/>
            <a:ext cx="730250" cy="6096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9</a:t>
            </a:r>
            <a:endParaRPr/>
          </a:p>
        </p:txBody>
      </p:sp>
      <p:sp>
        <p:nvSpPr>
          <p:cNvPr id="211" name="Google Shape;211;p16"/>
          <p:cNvSpPr/>
          <p:nvPr/>
        </p:nvSpPr>
        <p:spPr>
          <a:xfrm>
            <a:off x="7537450" y="3789362"/>
            <a:ext cx="730250" cy="6096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10</a:t>
            </a:r>
            <a:endParaRPr/>
          </a:p>
        </p:txBody>
      </p:sp>
      <p:sp>
        <p:nvSpPr>
          <p:cNvPr id="212" name="Google Shape;212;p16"/>
          <p:cNvSpPr txBox="1"/>
          <p:nvPr/>
        </p:nvSpPr>
        <p:spPr>
          <a:xfrm>
            <a:off x="4505325" y="2432050"/>
            <a:ext cx="731837" cy="465137"/>
          </a:xfrm>
          <a:prstGeom prst="rect">
            <a:avLst/>
          </a:prstGeom>
          <a:gradFill>
            <a:gsLst>
              <a:gs pos="0">
                <a:srgbClr val="FFFF99"/>
              </a:gs>
              <a:gs pos="100000">
                <a:srgbClr val="767647"/>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a:solidFill>
                  <a:srgbClr val="000000"/>
                </a:solidFill>
                <a:latin typeface="Arial"/>
                <a:ea typeface="Arial"/>
                <a:cs typeface="Arial"/>
                <a:sym typeface="Arial"/>
              </a:rPr>
              <a:t>X=2</a:t>
            </a:r>
            <a:endParaRPr/>
          </a:p>
        </p:txBody>
      </p:sp>
      <p:sp>
        <p:nvSpPr>
          <p:cNvPr id="213" name="Google Shape;213;p16"/>
          <p:cNvSpPr/>
          <p:nvPr/>
        </p:nvSpPr>
        <p:spPr>
          <a:xfrm>
            <a:off x="1447800" y="3132137"/>
            <a:ext cx="598487" cy="555625"/>
          </a:xfrm>
          <a:prstGeom prst="downArrow">
            <a:avLst>
              <a:gd fmla="val 50000" name="adj1"/>
              <a:gd fmla="val 50000" name="adj2"/>
            </a:avLst>
          </a:prstGeom>
          <a:noFill/>
          <a:ln cap="flat" cmpd="sng" w="2857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a:solidFill>
                  <a:srgbClr val="000000"/>
                </a:solidFill>
                <a:latin typeface="Arial"/>
                <a:ea typeface="Arial"/>
                <a:cs typeface="Arial"/>
                <a:sym typeface="Arial"/>
              </a:rPr>
              <a:t>L</a:t>
            </a:r>
            <a:endParaRPr/>
          </a:p>
        </p:txBody>
      </p:sp>
      <p:sp>
        <p:nvSpPr>
          <p:cNvPr id="214" name="Google Shape;214;p16"/>
          <p:cNvSpPr/>
          <p:nvPr/>
        </p:nvSpPr>
        <p:spPr>
          <a:xfrm>
            <a:off x="2428875" y="3779837"/>
            <a:ext cx="730250" cy="608012"/>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2</a:t>
            </a:r>
            <a:endParaRPr/>
          </a:p>
        </p:txBody>
      </p:sp>
      <p:sp>
        <p:nvSpPr>
          <p:cNvPr id="215" name="Google Shape;215;p16"/>
          <p:cNvSpPr txBox="1"/>
          <p:nvPr/>
        </p:nvSpPr>
        <p:spPr>
          <a:xfrm>
            <a:off x="915987" y="1966912"/>
            <a:ext cx="2844800" cy="376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99"/>
              </a:buClr>
              <a:buSzPts val="1800"/>
              <a:buFont typeface="Arial"/>
              <a:buNone/>
            </a:pPr>
            <a:r>
              <a:rPr b="1" i="0" lang="en-US" sz="1800" u="none">
                <a:solidFill>
                  <a:srgbClr val="333399"/>
                </a:solidFill>
                <a:latin typeface="Arial"/>
                <a:ea typeface="Arial"/>
                <a:cs typeface="Arial"/>
                <a:sym typeface="Arial"/>
              </a:rPr>
              <a:t>Tìm thấy 2 tại vị trí 1</a:t>
            </a:r>
            <a:endParaRPr/>
          </a:p>
        </p:txBody>
      </p:sp>
      <p:sp>
        <p:nvSpPr>
          <p:cNvPr id="216" name="Google Shape;216;p16"/>
          <p:cNvSpPr/>
          <p:nvPr/>
        </p:nvSpPr>
        <p:spPr>
          <a:xfrm>
            <a:off x="5502275" y="3827462"/>
            <a:ext cx="730250" cy="6096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7</a:t>
            </a:r>
            <a:endParaRPr/>
          </a:p>
        </p:txBody>
      </p:sp>
      <p:grpSp>
        <p:nvGrpSpPr>
          <p:cNvPr id="217" name="Google Shape;217;p16"/>
          <p:cNvGrpSpPr/>
          <p:nvPr/>
        </p:nvGrpSpPr>
        <p:grpSpPr>
          <a:xfrm>
            <a:off x="1400175" y="4395787"/>
            <a:ext cx="6867525" cy="609600"/>
            <a:chOff x="955" y="2820"/>
            <a:chExt cx="4687" cy="416"/>
          </a:xfrm>
        </p:grpSpPr>
        <p:sp>
          <p:nvSpPr>
            <p:cNvPr id="218" name="Google Shape;218;p16"/>
            <p:cNvSpPr/>
            <p:nvPr/>
          </p:nvSpPr>
          <p:spPr>
            <a:xfrm>
              <a:off x="1653" y="2820"/>
              <a:ext cx="498" cy="41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1</a:t>
              </a:r>
              <a:endParaRPr/>
            </a:p>
          </p:txBody>
        </p:sp>
        <p:sp>
          <p:nvSpPr>
            <p:cNvPr id="219" name="Google Shape;219;p16"/>
            <p:cNvSpPr/>
            <p:nvPr/>
          </p:nvSpPr>
          <p:spPr>
            <a:xfrm>
              <a:off x="2351" y="2820"/>
              <a:ext cx="499" cy="41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2</a:t>
              </a:r>
              <a:endParaRPr/>
            </a:p>
          </p:txBody>
        </p:sp>
        <p:sp>
          <p:nvSpPr>
            <p:cNvPr id="220" name="Google Shape;220;p16"/>
            <p:cNvSpPr/>
            <p:nvPr/>
          </p:nvSpPr>
          <p:spPr>
            <a:xfrm>
              <a:off x="3049" y="2820"/>
              <a:ext cx="498" cy="41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3</a:t>
              </a:r>
              <a:endParaRPr/>
            </a:p>
          </p:txBody>
        </p:sp>
        <p:sp>
          <p:nvSpPr>
            <p:cNvPr id="221" name="Google Shape;221;p16"/>
            <p:cNvSpPr/>
            <p:nvPr/>
          </p:nvSpPr>
          <p:spPr>
            <a:xfrm>
              <a:off x="3748" y="2820"/>
              <a:ext cx="498" cy="41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4</a:t>
              </a:r>
              <a:endParaRPr/>
            </a:p>
          </p:txBody>
        </p:sp>
        <p:sp>
          <p:nvSpPr>
            <p:cNvPr id="222" name="Google Shape;222;p16"/>
            <p:cNvSpPr/>
            <p:nvPr/>
          </p:nvSpPr>
          <p:spPr>
            <a:xfrm>
              <a:off x="4445" y="2820"/>
              <a:ext cx="499" cy="41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5</a:t>
              </a:r>
              <a:endParaRPr/>
            </a:p>
          </p:txBody>
        </p:sp>
        <p:sp>
          <p:nvSpPr>
            <p:cNvPr id="223" name="Google Shape;223;p16"/>
            <p:cNvSpPr/>
            <p:nvPr/>
          </p:nvSpPr>
          <p:spPr>
            <a:xfrm>
              <a:off x="5144" y="2820"/>
              <a:ext cx="498" cy="41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6</a:t>
              </a:r>
              <a:endParaRPr/>
            </a:p>
          </p:txBody>
        </p:sp>
        <p:sp>
          <p:nvSpPr>
            <p:cNvPr id="224" name="Google Shape;224;p16"/>
            <p:cNvSpPr/>
            <p:nvPr/>
          </p:nvSpPr>
          <p:spPr>
            <a:xfrm>
              <a:off x="955" y="2820"/>
              <a:ext cx="498" cy="41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0</a:t>
              </a:r>
              <a:endParaRPr/>
            </a:p>
          </p:txBody>
        </p:sp>
      </p:grpSp>
      <p:sp>
        <p:nvSpPr>
          <p:cNvPr id="225" name="Google Shape;225;p16"/>
          <p:cNvSpPr/>
          <p:nvPr/>
        </p:nvSpPr>
        <p:spPr>
          <a:xfrm>
            <a:off x="7696200" y="3095625"/>
            <a:ext cx="663575" cy="557212"/>
          </a:xfrm>
          <a:prstGeom prst="downArrow">
            <a:avLst>
              <a:gd fmla="val 50000" name="adj1"/>
              <a:gd fmla="val 50000" name="adj2"/>
            </a:avLst>
          </a:prstGeom>
          <a:noFill/>
          <a:ln cap="flat" cmpd="sng" w="2857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a:solidFill>
                  <a:srgbClr val="000000"/>
                </a:solidFill>
                <a:latin typeface="Arial"/>
                <a:ea typeface="Arial"/>
                <a:cs typeface="Arial"/>
                <a:sym typeface="Arial"/>
              </a:rPr>
              <a:t>R</a:t>
            </a:r>
            <a:endParaRPr/>
          </a:p>
        </p:txBody>
      </p:sp>
      <p:sp>
        <p:nvSpPr>
          <p:cNvPr id="226" name="Google Shape;226;p16"/>
          <p:cNvSpPr/>
          <p:nvPr/>
        </p:nvSpPr>
        <p:spPr>
          <a:xfrm>
            <a:off x="4505325" y="3095625"/>
            <a:ext cx="665162" cy="557212"/>
          </a:xfrm>
          <a:prstGeom prst="downArrow">
            <a:avLst>
              <a:gd fmla="val 50000" name="adj1"/>
              <a:gd fmla="val 50000" name="adj2"/>
            </a:avLst>
          </a:prstGeom>
          <a:noFill/>
          <a:ln cap="flat" cmpd="sng" w="2857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a:solidFill>
                  <a:srgbClr val="000000"/>
                </a:solidFill>
                <a:latin typeface="Arial"/>
                <a:ea typeface="Arial"/>
                <a:cs typeface="Arial"/>
                <a:sym typeface="Arial"/>
              </a:rPr>
              <a:t>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par>
                                <p:cTn fill="hold" nodeType="with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2000"/>
                                        <p:tgtEl>
                                          <p:spTgt spid="226"/>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7"/>
          <p:cNvSpPr/>
          <p:nvPr/>
        </p:nvSpPr>
        <p:spPr>
          <a:xfrm>
            <a:off x="1381125" y="3390900"/>
            <a:ext cx="747712" cy="6096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1</a:t>
            </a:r>
            <a:endParaRPr/>
          </a:p>
        </p:txBody>
      </p:sp>
      <p:sp>
        <p:nvSpPr>
          <p:cNvPr id="232" name="Google Shape;232;p17"/>
          <p:cNvSpPr/>
          <p:nvPr/>
        </p:nvSpPr>
        <p:spPr>
          <a:xfrm>
            <a:off x="2420937" y="3390900"/>
            <a:ext cx="730250" cy="6096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2</a:t>
            </a:r>
            <a:endParaRPr/>
          </a:p>
        </p:txBody>
      </p:sp>
      <p:sp>
        <p:nvSpPr>
          <p:cNvPr id="233" name="Google Shape;233;p17"/>
          <p:cNvSpPr/>
          <p:nvPr/>
        </p:nvSpPr>
        <p:spPr>
          <a:xfrm>
            <a:off x="3443287" y="3390900"/>
            <a:ext cx="730250" cy="6096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4</a:t>
            </a:r>
            <a:endParaRPr/>
          </a:p>
        </p:txBody>
      </p:sp>
      <p:sp>
        <p:nvSpPr>
          <p:cNvPr id="234" name="Google Shape;234;p17"/>
          <p:cNvSpPr/>
          <p:nvPr/>
        </p:nvSpPr>
        <p:spPr>
          <a:xfrm>
            <a:off x="4451350" y="3390900"/>
            <a:ext cx="730250" cy="6096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6</a:t>
            </a:r>
            <a:endParaRPr/>
          </a:p>
        </p:txBody>
      </p:sp>
      <p:sp>
        <p:nvSpPr>
          <p:cNvPr id="235" name="Google Shape;235;p17"/>
          <p:cNvSpPr/>
          <p:nvPr/>
        </p:nvSpPr>
        <p:spPr>
          <a:xfrm>
            <a:off x="6497637" y="3390900"/>
            <a:ext cx="730250" cy="6096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9</a:t>
            </a:r>
            <a:endParaRPr/>
          </a:p>
        </p:txBody>
      </p:sp>
      <p:sp>
        <p:nvSpPr>
          <p:cNvPr id="236" name="Google Shape;236;p17"/>
          <p:cNvSpPr/>
          <p:nvPr/>
        </p:nvSpPr>
        <p:spPr>
          <a:xfrm>
            <a:off x="7537450" y="3390900"/>
            <a:ext cx="730250" cy="6096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10</a:t>
            </a:r>
            <a:endParaRPr/>
          </a:p>
        </p:txBody>
      </p:sp>
      <p:sp>
        <p:nvSpPr>
          <p:cNvPr id="237" name="Google Shape;237;p17"/>
          <p:cNvSpPr txBox="1"/>
          <p:nvPr/>
        </p:nvSpPr>
        <p:spPr>
          <a:xfrm>
            <a:off x="4505325" y="2033587"/>
            <a:ext cx="731837" cy="465137"/>
          </a:xfrm>
          <a:prstGeom prst="rect">
            <a:avLst/>
          </a:prstGeom>
          <a:gradFill>
            <a:gsLst>
              <a:gs pos="0">
                <a:srgbClr val="FFFF99"/>
              </a:gs>
              <a:gs pos="100000">
                <a:srgbClr val="767647"/>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a:solidFill>
                  <a:srgbClr val="000000"/>
                </a:solidFill>
                <a:latin typeface="Arial"/>
                <a:ea typeface="Arial"/>
                <a:cs typeface="Arial"/>
                <a:sym typeface="Arial"/>
              </a:rPr>
              <a:t>X=-1</a:t>
            </a:r>
            <a:endParaRPr/>
          </a:p>
        </p:txBody>
      </p:sp>
      <p:sp>
        <p:nvSpPr>
          <p:cNvPr id="238" name="Google Shape;238;p17"/>
          <p:cNvSpPr/>
          <p:nvPr/>
        </p:nvSpPr>
        <p:spPr>
          <a:xfrm>
            <a:off x="1447800" y="2733675"/>
            <a:ext cx="598487" cy="555625"/>
          </a:xfrm>
          <a:prstGeom prst="downArrow">
            <a:avLst>
              <a:gd fmla="val 50000" name="adj1"/>
              <a:gd fmla="val 50000" name="adj2"/>
            </a:avLst>
          </a:prstGeom>
          <a:noFill/>
          <a:ln cap="flat" cmpd="sng" w="2857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a:solidFill>
                  <a:srgbClr val="000000"/>
                </a:solidFill>
                <a:latin typeface="Arial"/>
                <a:ea typeface="Arial"/>
                <a:cs typeface="Arial"/>
                <a:sym typeface="Arial"/>
              </a:rPr>
              <a:t>L</a:t>
            </a:r>
            <a:endParaRPr/>
          </a:p>
        </p:txBody>
      </p:sp>
      <p:sp>
        <p:nvSpPr>
          <p:cNvPr id="239" name="Google Shape;239;p17"/>
          <p:cNvSpPr txBox="1"/>
          <p:nvPr/>
        </p:nvSpPr>
        <p:spPr>
          <a:xfrm>
            <a:off x="849312" y="4891087"/>
            <a:ext cx="3124200" cy="107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99"/>
              </a:buClr>
              <a:buSzPts val="1800"/>
              <a:buFont typeface="Arial"/>
              <a:buNone/>
            </a:pPr>
            <a:r>
              <a:rPr b="1" i="0" lang="en-US" sz="1800" u="none">
                <a:solidFill>
                  <a:srgbClr val="333399"/>
                </a:solidFill>
                <a:latin typeface="Arial"/>
                <a:ea typeface="Arial"/>
                <a:cs typeface="Arial"/>
                <a:sym typeface="Arial"/>
              </a:rPr>
              <a:t>L=0</a:t>
            </a:r>
            <a:endParaRPr/>
          </a:p>
          <a:p>
            <a:pPr indent="0" lvl="0" marL="0" marR="0" rtl="0" algn="l">
              <a:lnSpc>
                <a:spcPct val="100000"/>
              </a:lnSpc>
              <a:spcBef>
                <a:spcPts val="900"/>
              </a:spcBef>
              <a:spcAft>
                <a:spcPts val="0"/>
              </a:spcAft>
              <a:buClr>
                <a:srgbClr val="333399"/>
              </a:buClr>
              <a:buSzPts val="1800"/>
              <a:buFont typeface="Arial"/>
              <a:buNone/>
            </a:pPr>
            <a:r>
              <a:rPr b="1" i="0" lang="en-US" sz="1800" u="none">
                <a:solidFill>
                  <a:srgbClr val="333399"/>
                </a:solidFill>
                <a:latin typeface="Arial"/>
                <a:ea typeface="Arial"/>
                <a:cs typeface="Arial"/>
                <a:sym typeface="Arial"/>
              </a:rPr>
              <a:t>R=-1 =&gt; không tìm thấy X=-1</a:t>
            </a:r>
            <a:endParaRPr/>
          </a:p>
        </p:txBody>
      </p:sp>
      <p:sp>
        <p:nvSpPr>
          <p:cNvPr id="240" name="Google Shape;240;p17"/>
          <p:cNvSpPr/>
          <p:nvPr/>
        </p:nvSpPr>
        <p:spPr>
          <a:xfrm>
            <a:off x="5502275" y="3429000"/>
            <a:ext cx="730250" cy="6096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7</a:t>
            </a:r>
            <a:endParaRPr/>
          </a:p>
        </p:txBody>
      </p:sp>
      <p:grpSp>
        <p:nvGrpSpPr>
          <p:cNvPr id="241" name="Google Shape;241;p17"/>
          <p:cNvGrpSpPr/>
          <p:nvPr/>
        </p:nvGrpSpPr>
        <p:grpSpPr>
          <a:xfrm>
            <a:off x="1400175" y="3997325"/>
            <a:ext cx="6867525" cy="609600"/>
            <a:chOff x="955" y="2820"/>
            <a:chExt cx="4687" cy="416"/>
          </a:xfrm>
        </p:grpSpPr>
        <p:sp>
          <p:nvSpPr>
            <p:cNvPr id="242" name="Google Shape;242;p17"/>
            <p:cNvSpPr/>
            <p:nvPr/>
          </p:nvSpPr>
          <p:spPr>
            <a:xfrm>
              <a:off x="1653" y="2820"/>
              <a:ext cx="498" cy="41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1</a:t>
              </a:r>
              <a:endParaRPr/>
            </a:p>
          </p:txBody>
        </p:sp>
        <p:sp>
          <p:nvSpPr>
            <p:cNvPr id="243" name="Google Shape;243;p17"/>
            <p:cNvSpPr/>
            <p:nvPr/>
          </p:nvSpPr>
          <p:spPr>
            <a:xfrm>
              <a:off x="2351" y="2820"/>
              <a:ext cx="499" cy="41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2</a:t>
              </a:r>
              <a:endParaRPr/>
            </a:p>
          </p:txBody>
        </p:sp>
        <p:sp>
          <p:nvSpPr>
            <p:cNvPr id="244" name="Google Shape;244;p17"/>
            <p:cNvSpPr/>
            <p:nvPr/>
          </p:nvSpPr>
          <p:spPr>
            <a:xfrm>
              <a:off x="3049" y="2820"/>
              <a:ext cx="498" cy="41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3</a:t>
              </a:r>
              <a:endParaRPr/>
            </a:p>
          </p:txBody>
        </p:sp>
        <p:sp>
          <p:nvSpPr>
            <p:cNvPr id="245" name="Google Shape;245;p17"/>
            <p:cNvSpPr/>
            <p:nvPr/>
          </p:nvSpPr>
          <p:spPr>
            <a:xfrm>
              <a:off x="3748" y="2820"/>
              <a:ext cx="498" cy="41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4</a:t>
              </a:r>
              <a:endParaRPr/>
            </a:p>
          </p:txBody>
        </p:sp>
        <p:sp>
          <p:nvSpPr>
            <p:cNvPr id="246" name="Google Shape;246;p17"/>
            <p:cNvSpPr/>
            <p:nvPr/>
          </p:nvSpPr>
          <p:spPr>
            <a:xfrm>
              <a:off x="4445" y="2820"/>
              <a:ext cx="499" cy="41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5</a:t>
              </a:r>
              <a:endParaRPr/>
            </a:p>
          </p:txBody>
        </p:sp>
        <p:sp>
          <p:nvSpPr>
            <p:cNvPr id="247" name="Google Shape;247;p17"/>
            <p:cNvSpPr/>
            <p:nvPr/>
          </p:nvSpPr>
          <p:spPr>
            <a:xfrm>
              <a:off x="5144" y="2820"/>
              <a:ext cx="498" cy="41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6</a:t>
              </a:r>
              <a:endParaRPr/>
            </a:p>
          </p:txBody>
        </p:sp>
        <p:sp>
          <p:nvSpPr>
            <p:cNvPr id="248" name="Google Shape;248;p17"/>
            <p:cNvSpPr/>
            <p:nvPr/>
          </p:nvSpPr>
          <p:spPr>
            <a:xfrm>
              <a:off x="955" y="2820"/>
              <a:ext cx="498" cy="41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Helvetica Neue"/>
                <a:buNone/>
              </a:pPr>
              <a:r>
                <a:rPr b="1" i="0" lang="en-US" sz="2200" u="none">
                  <a:solidFill>
                    <a:srgbClr val="000000"/>
                  </a:solidFill>
                  <a:latin typeface="Helvetica Neue"/>
                  <a:ea typeface="Helvetica Neue"/>
                  <a:cs typeface="Helvetica Neue"/>
                  <a:sym typeface="Helvetica Neue"/>
                </a:rPr>
                <a:t>0</a:t>
              </a:r>
              <a:endParaRPr/>
            </a:p>
          </p:txBody>
        </p:sp>
      </p:grpSp>
      <p:sp>
        <p:nvSpPr>
          <p:cNvPr id="249" name="Google Shape;249;p17"/>
          <p:cNvSpPr/>
          <p:nvPr/>
        </p:nvSpPr>
        <p:spPr>
          <a:xfrm>
            <a:off x="7696200" y="2716212"/>
            <a:ext cx="663575" cy="557212"/>
          </a:xfrm>
          <a:prstGeom prst="downArrow">
            <a:avLst>
              <a:gd fmla="val 50000" name="adj1"/>
              <a:gd fmla="val 50000" name="adj2"/>
            </a:avLst>
          </a:prstGeom>
          <a:noFill/>
          <a:ln cap="flat" cmpd="sng" w="2857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a:solidFill>
                  <a:srgbClr val="000000"/>
                </a:solidFill>
                <a:latin typeface="Arial"/>
                <a:ea typeface="Arial"/>
                <a:cs typeface="Arial"/>
                <a:sym typeface="Arial"/>
              </a:rPr>
              <a:t>R</a:t>
            </a:r>
            <a:endParaRPr/>
          </a:p>
        </p:txBody>
      </p:sp>
      <p:sp>
        <p:nvSpPr>
          <p:cNvPr id="250" name="Google Shape;250;p17"/>
          <p:cNvSpPr/>
          <p:nvPr/>
        </p:nvSpPr>
        <p:spPr>
          <a:xfrm>
            <a:off x="4438650" y="2697162"/>
            <a:ext cx="663575" cy="557212"/>
          </a:xfrm>
          <a:prstGeom prst="downArrow">
            <a:avLst>
              <a:gd fmla="val 50000" name="adj1"/>
              <a:gd fmla="val 50000" name="adj2"/>
            </a:avLst>
          </a:prstGeom>
          <a:noFill/>
          <a:ln cap="flat" cmpd="sng" w="2857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a:solidFill>
                  <a:srgbClr val="000000"/>
                </a:solidFill>
                <a:latin typeface="Arial"/>
                <a:ea typeface="Arial"/>
                <a:cs typeface="Arial"/>
                <a:sym typeface="Arial"/>
              </a:rPr>
              <a:t>M</a:t>
            </a:r>
            <a:endParaRPr/>
          </a:p>
        </p:txBody>
      </p:sp>
      <p:sp>
        <p:nvSpPr>
          <p:cNvPr id="251" name="Google Shape;251;p17"/>
          <p:cNvSpPr txBox="1"/>
          <p:nvPr>
            <p:ph type="title"/>
          </p:nvPr>
        </p:nvSpPr>
        <p:spPr>
          <a:xfrm>
            <a:off x="650875" y="263525"/>
            <a:ext cx="8493125" cy="706437"/>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500"/>
              <a:buFont typeface="Arial"/>
              <a:buNone/>
            </a:pPr>
            <a:r>
              <a:rPr b="1" i="0" lang="en-US" sz="2500" u="none">
                <a:solidFill>
                  <a:srgbClr val="FFF3F3"/>
                </a:solidFill>
                <a:latin typeface="Arial"/>
                <a:ea typeface="Arial"/>
                <a:cs typeface="Arial"/>
                <a:sym typeface="Arial"/>
              </a:rPr>
              <a:t>Minh Họa Giải Thuật Tìm Kiếm Nhị Phân (tt)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par>
                                <p:cTn fill="hold" nodeType="with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500"/>
                                        <p:tgtEl>
                                          <p:spTgt spid="24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2000"/>
                                        <p:tgtEl>
                                          <p:spTgt spid="25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childTnLst>
                          </p:cTn>
                        </p:par>
                        <p:par>
                          <p:cTn fill="hold">
                            <p:stCondLst>
                              <p:cond delay="3000"/>
                            </p:stCondLst>
                            <p:childTnLst>
                              <p:par>
                                <p:cTn fill="hold" nodeType="afterEffect" presetClass="exit" presetID="10" presetSubtype="0">
                                  <p:stCondLst>
                                    <p:cond delay="0"/>
                                  </p:stCondLst>
                                  <p:childTnLst>
                                    <p:animEffect filter="fade" transition="out">
                                      <p:cBhvr>
                                        <p:cTn dur="500"/>
                                        <p:tgtEl>
                                          <p:spTgt spid="250"/>
                                        </p:tgtEl>
                                      </p:cBhvr>
                                    </p:animEffect>
                                    <p:set>
                                      <p:cBhvr>
                                        <p:cTn dur="1" fill="hold">
                                          <p:stCondLst>
                                            <p:cond delay="500"/>
                                          </p:stCondLst>
                                        </p:cTn>
                                        <p:tgtEl>
                                          <p:spTgt spid="250"/>
                                        </p:tgtEl>
                                        <p:attrNameLst>
                                          <p:attrName>style.visibility</p:attrName>
                                        </p:attrNameLst>
                                      </p:cBhvr>
                                      <p:to>
                                        <p:strVal val="hidden"/>
                                      </p:to>
                                    </p:se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8"/>
          <p:cNvSpPr txBox="1"/>
          <p:nvPr>
            <p:ph type="title"/>
          </p:nvPr>
        </p:nvSpPr>
        <p:spPr>
          <a:xfrm>
            <a:off x="457200" y="365125"/>
            <a:ext cx="7954962" cy="6381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Verdana"/>
              <a:buNone/>
            </a:pPr>
            <a:r>
              <a:rPr b="0" i="0" lang="en-US" sz="2800" u="none">
                <a:solidFill>
                  <a:schemeClr val="lt1"/>
                </a:solidFill>
                <a:latin typeface="Verdana"/>
                <a:ea typeface="Verdana"/>
                <a:cs typeface="Verdana"/>
                <a:sym typeface="Verdana"/>
              </a:rPr>
              <a:t>SO SÁNH TÌM KIẾM TT VÀ TÌM KIẾM NP</a:t>
            </a:r>
            <a:endParaRPr/>
          </a:p>
        </p:txBody>
      </p:sp>
      <p:sp>
        <p:nvSpPr>
          <p:cNvPr id="257" name="Google Shape;257;p18"/>
          <p:cNvSpPr txBox="1"/>
          <p:nvPr>
            <p:ph idx="1" type="body"/>
          </p:nvPr>
        </p:nvSpPr>
        <p:spPr>
          <a:xfrm>
            <a:off x="457200" y="1279525"/>
            <a:ext cx="8412162" cy="5211762"/>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Tìm kiếm tuần tự: thực hiện n lần so sánh các phần tử của mảng a với giá trị cần tìm X.</a:t>
            </a:r>
            <a:endParaRPr/>
          </a:p>
          <a:p>
            <a:pPr indent="-228600" lvl="0" marL="22860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Tìm kiếm nhị phân: Chỉ cần log</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n lần so sánh. Thực vậy: </a:t>
            </a:r>
            <a:endParaRPr/>
          </a:p>
          <a:p>
            <a:pPr indent="-228600" lvl="1" marL="685800" rtl="0" algn="l">
              <a:lnSpc>
                <a:spcPct val="90000"/>
              </a:lnSpc>
              <a:spcBef>
                <a:spcPts val="500"/>
              </a:spcBef>
              <a:spcAft>
                <a:spcPts val="0"/>
              </a:spcAft>
              <a:buClr>
                <a:schemeClr val="dk1"/>
              </a:buClr>
              <a:buSzPts val="1920"/>
              <a:buFont typeface="Noto Sans Symbols"/>
              <a:buChar char="▪"/>
            </a:pPr>
            <a:r>
              <a:rPr b="0" i="0" lang="en-US" sz="2400" u="none">
                <a:solidFill>
                  <a:schemeClr val="dk1"/>
                </a:solidFill>
                <a:latin typeface="Arial"/>
                <a:ea typeface="Arial"/>
                <a:cs typeface="Arial"/>
                <a:sym typeface="Arial"/>
              </a:rPr>
              <a:t>Khởi đầu: tìm kiếm trong phạm vi có n phần tử</a:t>
            </a:r>
            <a:endParaRPr/>
          </a:p>
          <a:p>
            <a:pPr indent="-228600" lvl="1" marL="685800" rtl="0" algn="l">
              <a:lnSpc>
                <a:spcPct val="90000"/>
              </a:lnSpc>
              <a:spcBef>
                <a:spcPts val="500"/>
              </a:spcBef>
              <a:spcAft>
                <a:spcPts val="0"/>
              </a:spcAft>
              <a:buClr>
                <a:schemeClr val="dk1"/>
              </a:buClr>
              <a:buSzPts val="1920"/>
              <a:buFont typeface="Noto Sans Symbols"/>
              <a:buChar char="▪"/>
            </a:pPr>
            <a:r>
              <a:rPr b="0" i="0" lang="en-US" sz="2400" u="none">
                <a:solidFill>
                  <a:schemeClr val="dk1"/>
                </a:solidFill>
                <a:latin typeface="Arial"/>
                <a:ea typeface="Arial"/>
                <a:cs typeface="Arial"/>
                <a:sym typeface="Arial"/>
              </a:rPr>
              <a:t>Sau bước 1, phạm vi tìm kiếm còn n/2 phần tử</a:t>
            </a:r>
            <a:endParaRPr/>
          </a:p>
          <a:p>
            <a:pPr indent="-228600" lvl="1" marL="685800" rtl="0" algn="l">
              <a:lnSpc>
                <a:spcPct val="90000"/>
              </a:lnSpc>
              <a:spcBef>
                <a:spcPts val="500"/>
              </a:spcBef>
              <a:spcAft>
                <a:spcPts val="0"/>
              </a:spcAft>
              <a:buClr>
                <a:schemeClr val="dk1"/>
              </a:buClr>
              <a:buSzPts val="1920"/>
              <a:buFont typeface="Noto Sans Symbols"/>
              <a:buChar char="▪"/>
            </a:pPr>
            <a:r>
              <a:rPr b="0" i="0" lang="en-US" sz="2400" u="none">
                <a:solidFill>
                  <a:schemeClr val="dk1"/>
                </a:solidFill>
                <a:latin typeface="Arial"/>
                <a:ea typeface="Arial"/>
                <a:cs typeface="Arial"/>
                <a:sym typeface="Arial"/>
              </a:rPr>
              <a:t>Sau bước 2, phạm vi tìm kiếm còn n/4 phần tử</a:t>
            </a:r>
            <a:endParaRPr/>
          </a:p>
          <a:p>
            <a:pPr indent="-228600" lvl="1" marL="685800" rtl="0" algn="l">
              <a:lnSpc>
                <a:spcPct val="90000"/>
              </a:lnSpc>
              <a:spcBef>
                <a:spcPts val="500"/>
              </a:spcBef>
              <a:spcAft>
                <a:spcPts val="0"/>
              </a:spcAft>
              <a:buClr>
                <a:schemeClr val="dk1"/>
              </a:buClr>
              <a:buSzPts val="1920"/>
              <a:buFont typeface="Noto Sans Symbols"/>
              <a:buChar char="▪"/>
            </a:pPr>
            <a:r>
              <a:rPr b="0" i="0" lang="en-US" sz="2400" u="none">
                <a:solidFill>
                  <a:schemeClr val="dk1"/>
                </a:solidFill>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1920"/>
              <a:buFont typeface="Noto Sans Symbols"/>
              <a:buChar char="▪"/>
            </a:pPr>
            <a:r>
              <a:rPr b="0" i="0" lang="en-US" sz="2400" u="none">
                <a:solidFill>
                  <a:schemeClr val="dk1"/>
                </a:solidFill>
                <a:latin typeface="Arial"/>
                <a:ea typeface="Arial"/>
                <a:cs typeface="Arial"/>
                <a:sym typeface="Arial"/>
              </a:rPr>
              <a:t>Sau bước i, phạm vi tìm kiếm còn n/2</a:t>
            </a:r>
            <a:r>
              <a:rPr b="0" baseline="30000" i="0" lang="en-US" sz="2400" u="none">
                <a:solidFill>
                  <a:schemeClr val="dk1"/>
                </a:solidFill>
                <a:latin typeface="Arial"/>
                <a:ea typeface="Arial"/>
                <a:cs typeface="Arial"/>
                <a:sym typeface="Arial"/>
              </a:rPr>
              <a:t>i</a:t>
            </a:r>
            <a:r>
              <a:rPr b="0" i="0" lang="en-US" sz="2400" u="none">
                <a:solidFill>
                  <a:schemeClr val="dk1"/>
                </a:solidFill>
                <a:latin typeface="Arial"/>
                <a:ea typeface="Arial"/>
                <a:cs typeface="Arial"/>
                <a:sym typeface="Arial"/>
              </a:rPr>
              <a:t> phần tử</a:t>
            </a:r>
            <a:endParaRPr/>
          </a:p>
          <a:p>
            <a:pPr indent="-228600" lvl="1" marL="685800" rtl="0" algn="l">
              <a:lnSpc>
                <a:spcPct val="90000"/>
              </a:lnSpc>
              <a:spcBef>
                <a:spcPts val="500"/>
              </a:spcBef>
              <a:spcAft>
                <a:spcPts val="0"/>
              </a:spcAft>
              <a:buClr>
                <a:schemeClr val="dk1"/>
              </a:buClr>
              <a:buSzPts val="1920"/>
              <a:buFont typeface="Noto Sans Symbols"/>
              <a:buChar char="▪"/>
            </a:pPr>
            <a:r>
              <a:rPr b="0" i="0" lang="en-US" sz="2400" u="none">
                <a:solidFill>
                  <a:schemeClr val="dk1"/>
                </a:solidFill>
                <a:latin typeface="Arial"/>
                <a:ea typeface="Arial"/>
                <a:cs typeface="Arial"/>
                <a:sym typeface="Arial"/>
              </a:rPr>
              <a:t>Kết thúc khi n/2</a:t>
            </a:r>
            <a:r>
              <a:rPr b="0" baseline="30000" i="0" lang="en-US" sz="2400" u="none">
                <a:solidFill>
                  <a:schemeClr val="dk1"/>
                </a:solidFill>
                <a:latin typeface="Arial"/>
                <a:ea typeface="Arial"/>
                <a:cs typeface="Arial"/>
                <a:sym typeface="Arial"/>
              </a:rPr>
              <a:t>i</a:t>
            </a:r>
            <a:r>
              <a:rPr b="0" i="0" lang="en-US" sz="2400" u="none">
                <a:solidFill>
                  <a:schemeClr val="dk1"/>
                </a:solidFill>
                <a:latin typeface="Arial"/>
                <a:ea typeface="Arial"/>
                <a:cs typeface="Arial"/>
                <a:sym typeface="Arial"/>
              </a:rPr>
              <a:t> = 1, tức là i = log</a:t>
            </a:r>
            <a:r>
              <a:rPr b="0" baseline="-25000" i="0" lang="en-US" sz="2400" u="none">
                <a:solidFill>
                  <a:schemeClr val="dk1"/>
                </a:solidFill>
                <a:latin typeface="Arial"/>
                <a:ea typeface="Arial"/>
                <a:cs typeface="Arial"/>
                <a:sym typeface="Arial"/>
              </a:rPr>
              <a:t>2</a:t>
            </a:r>
            <a:r>
              <a:rPr b="0" i="0" lang="en-US" sz="2400" u="none">
                <a:solidFill>
                  <a:schemeClr val="dk1"/>
                </a:solidFill>
                <a:latin typeface="Arial"/>
                <a:ea typeface="Arial"/>
                <a:cs typeface="Arial"/>
                <a:sym typeface="Arial"/>
              </a:rPr>
              <a:t>n </a:t>
            </a:r>
            <a:endParaRPr/>
          </a:p>
          <a:p>
            <a:pPr indent="-228600" lvl="0" marL="22860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Nếu mảng chưa có thứ tự thì không thể TKNP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9"/>
          <p:cNvSpPr txBox="1"/>
          <p:nvPr/>
        </p:nvSpPr>
        <p:spPr>
          <a:xfrm>
            <a:off x="685800" y="1517650"/>
            <a:ext cx="8001000" cy="4449762"/>
          </a:xfrm>
          <a:prstGeom prst="rect">
            <a:avLst/>
          </a:prstGeom>
          <a:noFill/>
          <a:ln>
            <a:noFill/>
          </a:ln>
        </p:spPr>
        <p:txBody>
          <a:bodyPr anchorCtr="0" anchor="t" bIns="45700" lIns="91425" spcFirstLastPara="1" rIns="91425" wrap="square" tIns="45700">
            <a:noAutofit/>
          </a:bodyPr>
          <a:lstStyle/>
          <a:p>
            <a:pPr indent="-228600" lvl="0" marL="228600" marR="0" rtl="0" algn="ctr">
              <a:lnSpc>
                <a:spcPct val="90000"/>
              </a:lnSpc>
              <a:spcBef>
                <a:spcPts val="0"/>
              </a:spcBef>
              <a:spcAft>
                <a:spcPts val="0"/>
              </a:spcAft>
              <a:buClr>
                <a:schemeClr val="dk1"/>
              </a:buClr>
              <a:buSzPts val="2800"/>
              <a:buFont typeface="Calibri"/>
              <a:buNone/>
            </a:pPr>
            <a:r>
              <a:t/>
            </a:r>
            <a:endParaRPr b="0" i="0" sz="2800" u="none">
              <a:solidFill>
                <a:schemeClr val="dk1"/>
              </a:solidFill>
              <a:latin typeface="Arial"/>
              <a:ea typeface="Arial"/>
              <a:cs typeface="Arial"/>
              <a:sym typeface="Arial"/>
            </a:endParaRPr>
          </a:p>
          <a:p>
            <a:pPr indent="-228600" lvl="0" marL="228600" marR="0" rtl="0" algn="ctr">
              <a:lnSpc>
                <a:spcPct val="90000"/>
              </a:lnSpc>
              <a:spcBef>
                <a:spcPts val="100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	GHI NHỚ</a:t>
            </a:r>
            <a:endParaRPr/>
          </a:p>
          <a:p>
            <a:pPr indent="-228600" lvl="0" marL="228600" marR="0" rtl="0" algn="ctr">
              <a:lnSpc>
                <a:spcPct val="90000"/>
              </a:lnSpc>
              <a:spcBef>
                <a:spcPts val="1000"/>
              </a:spcBef>
              <a:spcAft>
                <a:spcPts val="0"/>
              </a:spcAft>
              <a:buClr>
                <a:srgbClr val="FF0000"/>
              </a:buClr>
              <a:buSzPts val="2800"/>
              <a:buFont typeface="Arial"/>
              <a:buNone/>
            </a:pPr>
            <a:r>
              <a:rPr b="1" i="1" lang="en-US" sz="2800" u="none">
                <a:solidFill>
                  <a:srgbClr val="FF0000"/>
                </a:solidFill>
                <a:latin typeface="Arial"/>
                <a:ea typeface="Arial"/>
                <a:cs typeface="Arial"/>
                <a:sym typeface="Arial"/>
              </a:rPr>
              <a:t>	</a:t>
            </a:r>
            <a:r>
              <a:rPr b="1" i="1" lang="en-US" sz="4400" u="none">
                <a:solidFill>
                  <a:schemeClr val="dk1"/>
                </a:solidFill>
                <a:latin typeface="Arial"/>
                <a:ea typeface="Arial"/>
                <a:cs typeface="Arial"/>
                <a:sym typeface="Arial"/>
              </a:rPr>
              <a:t>Tìm kiếm nhị phân</a:t>
            </a:r>
            <a:br>
              <a:rPr b="1" i="1" lang="en-US" sz="4400" u="none">
                <a:solidFill>
                  <a:schemeClr val="dk1"/>
                </a:solidFill>
                <a:latin typeface="Arial"/>
                <a:ea typeface="Arial"/>
                <a:cs typeface="Arial"/>
                <a:sym typeface="Arial"/>
              </a:rPr>
            </a:br>
            <a:r>
              <a:rPr b="1" i="0" lang="en-US" sz="4400" u="none">
                <a:solidFill>
                  <a:srgbClr val="FF0000"/>
                </a:solidFill>
                <a:latin typeface="Arial"/>
                <a:ea typeface="Arial"/>
                <a:cs typeface="Arial"/>
                <a:sym typeface="Arial"/>
              </a:rPr>
              <a:t>NHANH HƠN</a:t>
            </a:r>
            <a:r>
              <a:rPr b="1" i="1" lang="en-US" sz="4400" u="none">
                <a:solidFill>
                  <a:srgbClr val="FF0000"/>
                </a:solidFill>
                <a:latin typeface="Arial"/>
                <a:ea typeface="Arial"/>
                <a:cs typeface="Arial"/>
                <a:sym typeface="Arial"/>
              </a:rPr>
              <a:t> </a:t>
            </a:r>
            <a:br>
              <a:rPr b="1" i="1" lang="en-US" sz="4400" u="none">
                <a:solidFill>
                  <a:srgbClr val="FF0000"/>
                </a:solidFill>
                <a:latin typeface="Arial"/>
                <a:ea typeface="Arial"/>
                <a:cs typeface="Arial"/>
                <a:sym typeface="Arial"/>
              </a:rPr>
            </a:br>
            <a:r>
              <a:rPr b="1" i="1" lang="en-US" sz="4400" u="none">
                <a:solidFill>
                  <a:schemeClr val="dk1"/>
                </a:solidFill>
                <a:latin typeface="Arial"/>
                <a:ea typeface="Arial"/>
                <a:cs typeface="Arial"/>
                <a:sym typeface="Arial"/>
              </a:rPr>
              <a:t>Tìm kiếm tuần tự</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0"/>
          <p:cNvSpPr txBox="1"/>
          <p:nvPr>
            <p:ph type="title"/>
          </p:nvPr>
        </p:nvSpPr>
        <p:spPr>
          <a:xfrm>
            <a:off x="457200" y="365125"/>
            <a:ext cx="7954962" cy="6381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BÀI TOÁN SẮP XẾP </a:t>
            </a:r>
            <a:endParaRPr/>
          </a:p>
        </p:txBody>
      </p:sp>
      <p:sp>
        <p:nvSpPr>
          <p:cNvPr id="268" name="Google Shape;268;p20"/>
          <p:cNvSpPr txBox="1"/>
          <p:nvPr>
            <p:ph idx="1" type="body"/>
          </p:nvPr>
        </p:nvSpPr>
        <p:spPr>
          <a:xfrm>
            <a:off x="457200" y="1279525"/>
            <a:ext cx="8412162" cy="5211762"/>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Bài toán: </a:t>
            </a:r>
            <a:r>
              <a:rPr b="0" i="0" lang="en-US" sz="2800" u="none">
                <a:solidFill>
                  <a:schemeClr val="dk1"/>
                </a:solidFill>
                <a:latin typeface="Arial"/>
                <a:ea typeface="Arial"/>
                <a:cs typeface="Arial"/>
                <a:sym typeface="Arial"/>
              </a:rPr>
              <a:t>Cho một mảng a có n phần tử, mà giá trị của các phần tử thuộc một kiểu có thứ tự (kiểu số, kiểu ký tự hoặc chuỗi ký tự). Hãy sắp xếp các phần tử của mảng theo thứ tự từ nhỏ đến lớn.</a:t>
            </a:r>
            <a:endParaRPr/>
          </a:p>
          <a:p>
            <a:pPr indent="-228600" lvl="0" marL="228600" rtl="0" algn="l">
              <a:lnSpc>
                <a:spcPct val="90000"/>
              </a:lnSpc>
              <a:spcBef>
                <a:spcPts val="100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Tầm quan trọng của bài toán sắp xếp:</a:t>
            </a:r>
            <a:endParaRPr/>
          </a:p>
          <a:p>
            <a:pPr indent="-228600" lvl="1" marL="685800" rtl="0" algn="l">
              <a:lnSpc>
                <a:spcPct val="90000"/>
              </a:lnSpc>
              <a:spcBef>
                <a:spcPts val="500"/>
              </a:spcBef>
              <a:spcAft>
                <a:spcPts val="0"/>
              </a:spcAft>
              <a:buClr>
                <a:schemeClr val="dk1"/>
              </a:buClr>
              <a:buSzPts val="1920"/>
              <a:buFont typeface="Noto Sans Symbols"/>
              <a:buChar char="▪"/>
            </a:pPr>
            <a:r>
              <a:rPr b="0" i="0" lang="en-US" sz="2400" u="none">
                <a:solidFill>
                  <a:schemeClr val="dk1"/>
                </a:solidFill>
                <a:latin typeface="Arial"/>
                <a:ea typeface="Arial"/>
                <a:cs typeface="Arial"/>
                <a:sym typeface="Arial"/>
              </a:rPr>
              <a:t>Có rất nhiều ứng dụng cần phải sắp xếp dữ liệu. </a:t>
            </a:r>
            <a:endParaRPr/>
          </a:p>
          <a:p>
            <a:pPr indent="-228600" lvl="1" marL="685800" rtl="0" algn="l">
              <a:lnSpc>
                <a:spcPct val="90000"/>
              </a:lnSpc>
              <a:spcBef>
                <a:spcPts val="500"/>
              </a:spcBef>
              <a:spcAft>
                <a:spcPts val="0"/>
              </a:spcAft>
              <a:buClr>
                <a:schemeClr val="dk1"/>
              </a:buClr>
              <a:buSzPts val="1920"/>
              <a:buFont typeface="Noto Sans Symbols"/>
              <a:buChar char="▪"/>
            </a:pPr>
            <a:r>
              <a:rPr b="0" i="0" lang="en-US" sz="2400" u="none">
                <a:solidFill>
                  <a:schemeClr val="dk1"/>
                </a:solidFill>
                <a:latin typeface="Arial"/>
                <a:ea typeface="Arial"/>
                <a:cs typeface="Arial"/>
                <a:sym typeface="Arial"/>
              </a:rPr>
              <a:t>Ví dụ ta cần sắp xếp danh sách sinh viên theo điểm trung bình với thứ tự từ cao đến thấp. </a:t>
            </a:r>
            <a:endParaRPr/>
          </a:p>
          <a:p>
            <a:pPr indent="-228600" lvl="1" marL="685800" rtl="0" algn="l">
              <a:lnSpc>
                <a:spcPct val="90000"/>
              </a:lnSpc>
              <a:spcBef>
                <a:spcPts val="500"/>
              </a:spcBef>
              <a:spcAft>
                <a:spcPts val="0"/>
              </a:spcAft>
              <a:buClr>
                <a:schemeClr val="dk1"/>
              </a:buClr>
              <a:buSzPts val="1920"/>
              <a:buFont typeface="Noto Sans Symbols"/>
              <a:buChar char="▪"/>
            </a:pPr>
            <a:r>
              <a:rPr b="0" i="0" lang="en-US" sz="2400" u="none">
                <a:solidFill>
                  <a:schemeClr val="dk1"/>
                </a:solidFill>
                <a:latin typeface="Arial"/>
                <a:ea typeface="Arial"/>
                <a:cs typeface="Arial"/>
                <a:sym typeface="Arial"/>
              </a:rPr>
              <a:t>Sắp xếp là một yêu cầu không thể thiếu trong khi thiết kế các phần mềm. </a:t>
            </a:r>
            <a:endParaRPr/>
          </a:p>
          <a:p>
            <a:pPr indent="-228600" lvl="1" marL="685800" rtl="0" algn="l">
              <a:lnSpc>
                <a:spcPct val="90000"/>
              </a:lnSpc>
              <a:spcBef>
                <a:spcPts val="500"/>
              </a:spcBef>
              <a:spcAft>
                <a:spcPts val="0"/>
              </a:spcAft>
              <a:buClr>
                <a:schemeClr val="dk1"/>
              </a:buClr>
              <a:buSzPts val="1920"/>
              <a:buFont typeface="Noto Sans Symbols"/>
              <a:buChar char="▪"/>
            </a:pPr>
            <a:r>
              <a:rPr b="0" i="0" lang="en-US" sz="2400" u="none">
                <a:solidFill>
                  <a:schemeClr val="dk1"/>
                </a:solidFill>
                <a:latin typeface="Arial"/>
                <a:ea typeface="Arial"/>
                <a:cs typeface="Arial"/>
                <a:sym typeface="Arial"/>
              </a:rPr>
              <a:t>Do đó cần nghiên cứu các phương pháp sắp xếp.</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1"/>
          <p:cNvSpPr txBox="1"/>
          <p:nvPr>
            <p:ph type="title"/>
          </p:nvPr>
        </p:nvSpPr>
        <p:spPr>
          <a:xfrm>
            <a:off x="457200" y="365125"/>
            <a:ext cx="7954962" cy="6381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Ý TƯỞNG SẮP XẾP “NỔI BỌT”</a:t>
            </a:r>
            <a:endParaRPr/>
          </a:p>
        </p:txBody>
      </p:sp>
      <p:sp>
        <p:nvSpPr>
          <p:cNvPr id="274" name="Google Shape;274;p21"/>
          <p:cNvSpPr txBox="1"/>
          <p:nvPr>
            <p:ph idx="1" type="body"/>
          </p:nvPr>
        </p:nvSpPr>
        <p:spPr>
          <a:xfrm>
            <a:off x="457200" y="1279525"/>
            <a:ext cx="8412162" cy="5211762"/>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228600" lvl="0" marL="22860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Chúng ta tưởng tượng rằng mảng là một dãy các bọt bong bóng từ mặt nước đến đáy áo</a:t>
            </a:r>
            <a:endParaRPr/>
          </a:p>
          <a:p>
            <a:pPr indent="-50800" lvl="0" marL="22860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228600" lvl="0" marL="22860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Qua quá trình sắp xếp, bong bóng nào “nhẹ” hơn sẽ được “nổi lên” trên. </a:t>
            </a:r>
            <a:endParaRPr/>
          </a:p>
          <a:p>
            <a:pPr indent="-50800" lvl="0" marL="22860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228600" lvl="0" marL="22860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Chúng ta duyệt toàn mảng, từ dưới đáy ao lên trên. Nếu hai phần tử ở cạnh nhau mà phần tử “nhẹ hơn” nằm dưới thì phải cho nó “nổi lên”.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2"/>
          <p:cNvSpPr txBox="1"/>
          <p:nvPr>
            <p:ph type="title"/>
          </p:nvPr>
        </p:nvSpPr>
        <p:spPr>
          <a:xfrm>
            <a:off x="457200" y="365125"/>
            <a:ext cx="7954962" cy="6381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THUẬT TOÁN SẮP XẾP “NỔI BỌT”</a:t>
            </a:r>
            <a:endParaRPr/>
          </a:p>
        </p:txBody>
      </p:sp>
      <p:sp>
        <p:nvSpPr>
          <p:cNvPr id="280" name="Google Shape;280;p22"/>
          <p:cNvSpPr txBox="1"/>
          <p:nvPr>
            <p:ph idx="1" type="body"/>
          </p:nvPr>
        </p:nvSpPr>
        <p:spPr>
          <a:xfrm>
            <a:off x="457200" y="1279525"/>
            <a:ext cx="8412162" cy="5211762"/>
          </a:xfrm>
          <a:prstGeom prst="rect">
            <a:avLst/>
          </a:prstGeom>
          <a:noFill/>
          <a:ln>
            <a:noFill/>
          </a:ln>
        </p:spPr>
        <p:txBody>
          <a:bodyPr anchorCtr="0" anchor="t" bIns="45700" lIns="91425" spcFirstLastPara="1" rIns="91425" wrap="square" tIns="45700">
            <a:noAutofit/>
          </a:bodyPr>
          <a:lstStyle/>
          <a:p>
            <a:pPr indent="-533400" lvl="0" marL="533400" rtl="0" algn="l">
              <a:lnSpc>
                <a:spcPct val="9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Bước 1:</a:t>
            </a:r>
            <a:r>
              <a:rPr b="0" i="0" lang="en-US" sz="2800" u="none">
                <a:solidFill>
                  <a:schemeClr val="dk1"/>
                </a:solidFill>
                <a:latin typeface="Arial"/>
                <a:ea typeface="Arial"/>
                <a:cs typeface="Arial"/>
                <a:sym typeface="Arial"/>
              </a:rPr>
              <a:t> Xét các phần tử từ a[n-1] đến a[1], với mỗi phần tử a[j], so sánh nó với phần tử a[j-1] đứng ngay trước nó. Nếu a[j] &lt; a[j-1] thì hoán đổi a[j] và a[j-1] cho nhau.</a:t>
            </a:r>
            <a:endParaRPr/>
          </a:p>
          <a:p>
            <a:pPr indent="-533400" lvl="0" marL="533400" rtl="0" algn="l">
              <a:lnSpc>
                <a:spcPct val="90000"/>
              </a:lnSpc>
              <a:spcBef>
                <a:spcPts val="100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Bước 2:</a:t>
            </a:r>
            <a:r>
              <a:rPr b="0" i="0" lang="en-US" sz="2800" u="none">
                <a:solidFill>
                  <a:schemeClr val="dk1"/>
                </a:solidFill>
                <a:latin typeface="Arial"/>
                <a:ea typeface="Arial"/>
                <a:cs typeface="Arial"/>
                <a:sym typeface="Arial"/>
              </a:rPr>
              <a:t> Xét các phần tử từ a[n-1] đến a[2], và làm tương tự như trên.</a:t>
            </a:r>
            <a:endParaRPr/>
          </a:p>
          <a:p>
            <a:pPr indent="-533400" lvl="0" marL="53340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t>
            </a:r>
            <a:endParaRPr/>
          </a:p>
          <a:p>
            <a:pPr indent="-533400" lvl="0" marL="533400" rtl="0" algn="l">
              <a:lnSpc>
                <a:spcPct val="90000"/>
              </a:lnSpc>
              <a:spcBef>
                <a:spcPts val="100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Bước i:</a:t>
            </a:r>
            <a:r>
              <a:rPr b="0" i="0" lang="en-US" sz="2800" u="none">
                <a:solidFill>
                  <a:schemeClr val="dk1"/>
                </a:solidFill>
                <a:latin typeface="Arial"/>
                <a:ea typeface="Arial"/>
                <a:cs typeface="Arial"/>
                <a:sym typeface="Arial"/>
              </a:rPr>
              <a:t> Xét các phần tử từ a[n-1] đến a[i], và làm tương tự như trên.</a:t>
            </a:r>
            <a:endParaRPr/>
          </a:p>
          <a:p>
            <a:pPr indent="-533400" lvl="0" marL="53340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Sau n-1 bước thì kết thúc.</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3"/>
          <p:cNvSpPr txBox="1"/>
          <p:nvPr>
            <p:ph type="title"/>
          </p:nvPr>
        </p:nvSpPr>
        <p:spPr>
          <a:xfrm>
            <a:off x="457200" y="365125"/>
            <a:ext cx="7954962" cy="6381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Verdana"/>
              <a:buNone/>
            </a:pPr>
            <a:r>
              <a:rPr b="0" i="0" lang="en-US" sz="2800" u="none">
                <a:solidFill>
                  <a:schemeClr val="lt1"/>
                </a:solidFill>
                <a:latin typeface="Verdana"/>
                <a:ea typeface="Verdana"/>
                <a:cs typeface="Verdana"/>
                <a:sym typeface="Verdana"/>
              </a:rPr>
              <a:t>LƯU ĐỒ THUẬT TOÁN SẮP XẾP “NỔI BỌT”</a:t>
            </a:r>
            <a:endParaRPr/>
          </a:p>
        </p:txBody>
      </p:sp>
      <p:sp>
        <p:nvSpPr>
          <p:cNvPr id="286" name="Google Shape;286;p23"/>
          <p:cNvSpPr txBox="1"/>
          <p:nvPr/>
        </p:nvSpPr>
        <p:spPr>
          <a:xfrm>
            <a:off x="2492" y="5289"/>
            <a:ext cx="7500" cy="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grpSp>
        <p:nvGrpSpPr>
          <p:cNvPr id="287" name="Google Shape;287;p23"/>
          <p:cNvGrpSpPr/>
          <p:nvPr/>
        </p:nvGrpSpPr>
        <p:grpSpPr>
          <a:xfrm>
            <a:off x="1799363" y="1206350"/>
            <a:ext cx="4556049" cy="4989105"/>
            <a:chOff x="2784" y="5186"/>
            <a:chExt cx="5979" cy="6575"/>
          </a:xfrm>
        </p:grpSpPr>
        <p:sp>
          <p:nvSpPr>
            <p:cNvPr id="288" name="Google Shape;288;p23"/>
            <p:cNvSpPr/>
            <p:nvPr/>
          </p:nvSpPr>
          <p:spPr>
            <a:xfrm>
              <a:off x="5052" y="5186"/>
              <a:ext cx="1200" cy="60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Begin</a:t>
              </a:r>
              <a:endParaRPr/>
            </a:p>
          </p:txBody>
        </p:sp>
        <p:sp>
          <p:nvSpPr>
            <p:cNvPr id="289" name="Google Shape;289;p23"/>
            <p:cNvSpPr txBox="1"/>
            <p:nvPr/>
          </p:nvSpPr>
          <p:spPr>
            <a:xfrm>
              <a:off x="5106" y="6025"/>
              <a:ext cx="900" cy="3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i = 0</a:t>
              </a:r>
              <a:endParaRPr/>
            </a:p>
          </p:txBody>
        </p:sp>
        <p:sp>
          <p:nvSpPr>
            <p:cNvPr id="290" name="Google Shape;290;p23"/>
            <p:cNvSpPr/>
            <p:nvPr/>
          </p:nvSpPr>
          <p:spPr>
            <a:xfrm>
              <a:off x="4959" y="6783"/>
              <a:ext cx="1256" cy="528"/>
            </a:xfrm>
            <a:prstGeom prst="flowChartDecision">
              <a:avLst/>
            </a:prstGeom>
            <a:solidFill>
              <a:srgbClr val="FFFFFF"/>
            </a:solidFill>
            <a:ln cap="flat" cmpd="sng" w="9525">
              <a:solidFill>
                <a:srgbClr val="000000"/>
              </a:solidFill>
              <a:prstDash val="solid"/>
              <a:miter lim="800000"/>
              <a:headEnd len="sm" w="sm" type="none"/>
              <a:tailEnd len="sm" w="sm" type="none"/>
            </a:ln>
          </p:spPr>
          <p:txBody>
            <a:bodyPr anchorCtr="0" anchor="t" bIns="10800" lIns="0" spcFirstLastPara="1" rIns="0" wrap="square" tIns="10800">
              <a:no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i&lt;=n-2</a:t>
              </a:r>
              <a:endParaRPr/>
            </a:p>
          </p:txBody>
        </p:sp>
        <p:sp>
          <p:nvSpPr>
            <p:cNvPr id="291" name="Google Shape;291;p23"/>
            <p:cNvSpPr txBox="1"/>
            <p:nvPr/>
          </p:nvSpPr>
          <p:spPr>
            <a:xfrm>
              <a:off x="7112" y="11461"/>
              <a:ext cx="900" cy="3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i =   i+1</a:t>
              </a:r>
              <a:endParaRPr/>
            </a:p>
          </p:txBody>
        </p:sp>
        <p:cxnSp>
          <p:nvCxnSpPr>
            <p:cNvPr id="292" name="Google Shape;292;p23"/>
            <p:cNvCxnSpPr/>
            <p:nvPr/>
          </p:nvCxnSpPr>
          <p:spPr>
            <a:xfrm rot="10800000">
              <a:off x="3279" y="11101"/>
              <a:ext cx="1800" cy="0"/>
            </a:xfrm>
            <a:prstGeom prst="straightConnector1">
              <a:avLst/>
            </a:prstGeom>
            <a:noFill/>
            <a:ln cap="flat" cmpd="sng" w="9525">
              <a:solidFill>
                <a:srgbClr val="000000"/>
              </a:solidFill>
              <a:prstDash val="solid"/>
              <a:miter lim="800000"/>
              <a:headEnd len="med" w="med" type="none"/>
              <a:tailEnd len="med" w="med" type="none"/>
            </a:ln>
          </p:spPr>
        </p:cxnSp>
        <p:cxnSp>
          <p:nvCxnSpPr>
            <p:cNvPr id="293" name="Google Shape;293;p23"/>
            <p:cNvCxnSpPr/>
            <p:nvPr/>
          </p:nvCxnSpPr>
          <p:spPr>
            <a:xfrm rot="10800000">
              <a:off x="2784" y="6532"/>
              <a:ext cx="0" cy="5100"/>
            </a:xfrm>
            <a:prstGeom prst="straightConnector1">
              <a:avLst/>
            </a:prstGeom>
            <a:noFill/>
            <a:ln cap="flat" cmpd="sng" w="9525">
              <a:solidFill>
                <a:srgbClr val="000000"/>
              </a:solidFill>
              <a:prstDash val="solid"/>
              <a:miter lim="800000"/>
              <a:headEnd len="med" w="med" type="none"/>
              <a:tailEnd len="med" w="med" type="none"/>
            </a:ln>
          </p:spPr>
        </p:cxnSp>
        <p:cxnSp>
          <p:nvCxnSpPr>
            <p:cNvPr id="294" name="Google Shape;294;p23"/>
            <p:cNvCxnSpPr/>
            <p:nvPr/>
          </p:nvCxnSpPr>
          <p:spPr>
            <a:xfrm>
              <a:off x="5598" y="5687"/>
              <a:ext cx="0" cy="300"/>
            </a:xfrm>
            <a:prstGeom prst="straightConnector1">
              <a:avLst/>
            </a:prstGeom>
            <a:noFill/>
            <a:ln cap="flat" cmpd="sng" w="9525">
              <a:solidFill>
                <a:srgbClr val="000000"/>
              </a:solidFill>
              <a:prstDash val="solid"/>
              <a:miter lim="800000"/>
              <a:headEnd len="med" w="med" type="none"/>
              <a:tailEnd len="med" w="med" type="triangle"/>
            </a:ln>
          </p:spPr>
        </p:cxnSp>
        <p:cxnSp>
          <p:nvCxnSpPr>
            <p:cNvPr id="295" name="Google Shape;295;p23"/>
            <p:cNvCxnSpPr/>
            <p:nvPr/>
          </p:nvCxnSpPr>
          <p:spPr>
            <a:xfrm>
              <a:off x="5584" y="6404"/>
              <a:ext cx="0" cy="300"/>
            </a:xfrm>
            <a:prstGeom prst="straightConnector1">
              <a:avLst/>
            </a:prstGeom>
            <a:noFill/>
            <a:ln cap="flat" cmpd="sng" w="9525">
              <a:solidFill>
                <a:srgbClr val="000000"/>
              </a:solidFill>
              <a:prstDash val="solid"/>
              <a:miter lim="800000"/>
              <a:headEnd len="med" w="med" type="none"/>
              <a:tailEnd len="med" w="med" type="triangle"/>
            </a:ln>
          </p:spPr>
        </p:cxnSp>
        <p:cxnSp>
          <p:nvCxnSpPr>
            <p:cNvPr id="296" name="Google Shape;296;p23"/>
            <p:cNvCxnSpPr/>
            <p:nvPr/>
          </p:nvCxnSpPr>
          <p:spPr>
            <a:xfrm>
              <a:off x="2786" y="6553"/>
              <a:ext cx="2700" cy="0"/>
            </a:xfrm>
            <a:prstGeom prst="straightConnector1">
              <a:avLst/>
            </a:prstGeom>
            <a:noFill/>
            <a:ln cap="flat" cmpd="sng" w="9525">
              <a:solidFill>
                <a:srgbClr val="000000"/>
              </a:solidFill>
              <a:prstDash val="solid"/>
              <a:miter lim="800000"/>
              <a:headEnd len="med" w="med" type="none"/>
              <a:tailEnd len="med" w="med" type="triangle"/>
            </a:ln>
          </p:spPr>
        </p:cxnSp>
        <p:cxnSp>
          <p:nvCxnSpPr>
            <p:cNvPr id="297" name="Google Shape;297;p23"/>
            <p:cNvCxnSpPr/>
            <p:nvPr/>
          </p:nvCxnSpPr>
          <p:spPr>
            <a:xfrm>
              <a:off x="5584" y="7325"/>
              <a:ext cx="0" cy="300"/>
            </a:xfrm>
            <a:prstGeom prst="straightConnector1">
              <a:avLst/>
            </a:prstGeom>
            <a:noFill/>
            <a:ln cap="flat" cmpd="sng" w="9525">
              <a:solidFill>
                <a:srgbClr val="000000"/>
              </a:solidFill>
              <a:prstDash val="solid"/>
              <a:miter lim="800000"/>
              <a:headEnd len="med" w="med" type="none"/>
              <a:tailEnd len="med" w="med" type="triangle"/>
            </a:ln>
          </p:spPr>
        </p:cxnSp>
        <p:sp>
          <p:nvSpPr>
            <p:cNvPr id="298" name="Google Shape;298;p23"/>
            <p:cNvSpPr txBox="1"/>
            <p:nvPr/>
          </p:nvSpPr>
          <p:spPr>
            <a:xfrm>
              <a:off x="5093" y="7657"/>
              <a:ext cx="900" cy="3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j = n-1</a:t>
              </a:r>
              <a:endParaRPr/>
            </a:p>
          </p:txBody>
        </p:sp>
        <p:cxnSp>
          <p:nvCxnSpPr>
            <p:cNvPr id="299" name="Google Shape;299;p23"/>
            <p:cNvCxnSpPr/>
            <p:nvPr/>
          </p:nvCxnSpPr>
          <p:spPr>
            <a:xfrm>
              <a:off x="5598" y="8036"/>
              <a:ext cx="0" cy="300"/>
            </a:xfrm>
            <a:prstGeom prst="straightConnector1">
              <a:avLst/>
            </a:prstGeom>
            <a:noFill/>
            <a:ln cap="flat" cmpd="sng" w="9525">
              <a:solidFill>
                <a:srgbClr val="000000"/>
              </a:solidFill>
              <a:prstDash val="solid"/>
              <a:miter lim="800000"/>
              <a:headEnd len="med" w="med" type="none"/>
              <a:tailEnd len="med" w="med" type="triangle"/>
            </a:ln>
          </p:spPr>
        </p:cxnSp>
        <p:cxnSp>
          <p:nvCxnSpPr>
            <p:cNvPr id="300" name="Google Shape;300;p23"/>
            <p:cNvCxnSpPr/>
            <p:nvPr/>
          </p:nvCxnSpPr>
          <p:spPr>
            <a:xfrm rot="10800000">
              <a:off x="7617" y="8754"/>
              <a:ext cx="0" cy="2700"/>
            </a:xfrm>
            <a:prstGeom prst="straightConnector1">
              <a:avLst/>
            </a:prstGeom>
            <a:noFill/>
            <a:ln cap="flat" cmpd="sng" w="9525">
              <a:solidFill>
                <a:srgbClr val="000000"/>
              </a:solidFill>
              <a:prstDash val="solid"/>
              <a:miter lim="800000"/>
              <a:headEnd len="med" w="med" type="triangle"/>
              <a:tailEnd len="med" w="med" type="none"/>
            </a:ln>
          </p:spPr>
        </p:cxnSp>
        <p:cxnSp>
          <p:nvCxnSpPr>
            <p:cNvPr id="301" name="Google Shape;301;p23"/>
            <p:cNvCxnSpPr/>
            <p:nvPr/>
          </p:nvCxnSpPr>
          <p:spPr>
            <a:xfrm rot="10800000">
              <a:off x="3478" y="8185"/>
              <a:ext cx="2100" cy="0"/>
            </a:xfrm>
            <a:prstGeom prst="straightConnector1">
              <a:avLst/>
            </a:prstGeom>
            <a:noFill/>
            <a:ln cap="flat" cmpd="sng" w="9525">
              <a:solidFill>
                <a:srgbClr val="000000"/>
              </a:solidFill>
              <a:prstDash val="solid"/>
              <a:miter lim="800000"/>
              <a:headEnd len="med" w="med" type="triangle"/>
              <a:tailEnd len="med" w="med" type="none"/>
            </a:ln>
          </p:spPr>
        </p:cxnSp>
        <p:sp>
          <p:nvSpPr>
            <p:cNvPr id="302" name="Google Shape;302;p23"/>
            <p:cNvSpPr/>
            <p:nvPr/>
          </p:nvSpPr>
          <p:spPr>
            <a:xfrm>
              <a:off x="7563" y="6797"/>
              <a:ext cx="1200" cy="60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End</a:t>
              </a:r>
              <a:endParaRPr/>
            </a:p>
          </p:txBody>
        </p:sp>
        <p:cxnSp>
          <p:nvCxnSpPr>
            <p:cNvPr id="303" name="Google Shape;303;p23"/>
            <p:cNvCxnSpPr/>
            <p:nvPr/>
          </p:nvCxnSpPr>
          <p:spPr>
            <a:xfrm>
              <a:off x="6212" y="7041"/>
              <a:ext cx="1500" cy="0"/>
            </a:xfrm>
            <a:prstGeom prst="straightConnector1">
              <a:avLst/>
            </a:prstGeom>
            <a:noFill/>
            <a:ln cap="flat" cmpd="sng" w="9525">
              <a:solidFill>
                <a:srgbClr val="000000"/>
              </a:solidFill>
              <a:prstDash val="solid"/>
              <a:miter lim="800000"/>
              <a:headEnd len="med" w="med" type="none"/>
              <a:tailEnd len="med" w="med" type="triangle"/>
            </a:ln>
          </p:spPr>
        </p:cxnSp>
        <p:sp>
          <p:nvSpPr>
            <p:cNvPr id="304" name="Google Shape;304;p23"/>
            <p:cNvSpPr txBox="1"/>
            <p:nvPr/>
          </p:nvSpPr>
          <p:spPr>
            <a:xfrm>
              <a:off x="4710" y="10249"/>
              <a:ext cx="1800" cy="3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swap(a[j],a[j-1])</a:t>
              </a:r>
              <a:endParaRPr/>
            </a:p>
          </p:txBody>
        </p:sp>
        <p:cxnSp>
          <p:nvCxnSpPr>
            <p:cNvPr id="305" name="Google Shape;305;p23"/>
            <p:cNvCxnSpPr/>
            <p:nvPr/>
          </p:nvCxnSpPr>
          <p:spPr>
            <a:xfrm>
              <a:off x="5592" y="9891"/>
              <a:ext cx="0" cy="300"/>
            </a:xfrm>
            <a:prstGeom prst="straightConnector1">
              <a:avLst/>
            </a:prstGeom>
            <a:noFill/>
            <a:ln cap="flat" cmpd="sng" w="9525">
              <a:solidFill>
                <a:srgbClr val="000000"/>
              </a:solidFill>
              <a:prstDash val="solid"/>
              <a:miter lim="800000"/>
              <a:headEnd len="med" w="med" type="none"/>
              <a:tailEnd len="med" w="med" type="triangle"/>
            </a:ln>
          </p:spPr>
        </p:cxnSp>
        <p:sp>
          <p:nvSpPr>
            <p:cNvPr id="306" name="Google Shape;306;p23"/>
            <p:cNvSpPr txBox="1"/>
            <p:nvPr/>
          </p:nvSpPr>
          <p:spPr>
            <a:xfrm>
              <a:off x="6784" y="6783"/>
              <a:ext cx="300" cy="300"/>
            </a:xfrm>
            <a:prstGeom prst="rect">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S</a:t>
              </a:r>
              <a:endParaRPr/>
            </a:p>
          </p:txBody>
        </p:sp>
        <p:sp>
          <p:nvSpPr>
            <p:cNvPr id="307" name="Google Shape;307;p23"/>
            <p:cNvSpPr txBox="1"/>
            <p:nvPr/>
          </p:nvSpPr>
          <p:spPr>
            <a:xfrm>
              <a:off x="5693" y="7297"/>
              <a:ext cx="300" cy="300"/>
            </a:xfrm>
            <a:prstGeom prst="rect">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Đ</a:t>
              </a:r>
              <a:endParaRPr/>
            </a:p>
          </p:txBody>
        </p:sp>
        <p:sp>
          <p:nvSpPr>
            <p:cNvPr id="308" name="Google Shape;308;p23"/>
            <p:cNvSpPr txBox="1"/>
            <p:nvPr/>
          </p:nvSpPr>
          <p:spPr>
            <a:xfrm>
              <a:off x="5625" y="9891"/>
              <a:ext cx="300" cy="300"/>
            </a:xfrm>
            <a:prstGeom prst="rect">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Đ</a:t>
              </a:r>
              <a:endParaRPr/>
            </a:p>
          </p:txBody>
        </p:sp>
        <p:sp>
          <p:nvSpPr>
            <p:cNvPr id="309" name="Google Shape;309;p23"/>
            <p:cNvSpPr txBox="1"/>
            <p:nvPr/>
          </p:nvSpPr>
          <p:spPr>
            <a:xfrm>
              <a:off x="7044" y="9823"/>
              <a:ext cx="300" cy="300"/>
            </a:xfrm>
            <a:prstGeom prst="rect">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S</a:t>
              </a:r>
              <a:endParaRPr/>
            </a:p>
          </p:txBody>
        </p:sp>
        <p:cxnSp>
          <p:nvCxnSpPr>
            <p:cNvPr id="310" name="Google Shape;310;p23"/>
            <p:cNvCxnSpPr/>
            <p:nvPr/>
          </p:nvCxnSpPr>
          <p:spPr>
            <a:xfrm rot="10800000">
              <a:off x="3403" y="8101"/>
              <a:ext cx="0" cy="3000"/>
            </a:xfrm>
            <a:prstGeom prst="straightConnector1">
              <a:avLst/>
            </a:prstGeom>
            <a:noFill/>
            <a:ln cap="flat" cmpd="sng" w="9525">
              <a:solidFill>
                <a:srgbClr val="000000"/>
              </a:solidFill>
              <a:prstDash val="solid"/>
              <a:miter lim="800000"/>
              <a:headEnd len="med" w="med" type="none"/>
              <a:tailEnd len="med" w="med" type="none"/>
            </a:ln>
          </p:spPr>
        </p:cxnSp>
        <p:cxnSp>
          <p:nvCxnSpPr>
            <p:cNvPr id="311" name="Google Shape;311;p23"/>
            <p:cNvCxnSpPr/>
            <p:nvPr/>
          </p:nvCxnSpPr>
          <p:spPr>
            <a:xfrm rot="10800000">
              <a:off x="2899" y="11637"/>
              <a:ext cx="4200" cy="0"/>
            </a:xfrm>
            <a:prstGeom prst="straightConnector1">
              <a:avLst/>
            </a:prstGeom>
            <a:noFill/>
            <a:ln cap="flat" cmpd="sng" w="9525">
              <a:solidFill>
                <a:srgbClr val="000000"/>
              </a:solidFill>
              <a:prstDash val="solid"/>
              <a:miter lim="800000"/>
              <a:headEnd len="med" w="med" type="none"/>
              <a:tailEnd len="med" w="med" type="none"/>
            </a:ln>
          </p:spPr>
        </p:cxnSp>
        <p:sp>
          <p:nvSpPr>
            <p:cNvPr id="312" name="Google Shape;312;p23"/>
            <p:cNvSpPr/>
            <p:nvPr/>
          </p:nvSpPr>
          <p:spPr>
            <a:xfrm>
              <a:off x="3791" y="9309"/>
              <a:ext cx="3580" cy="582"/>
            </a:xfrm>
            <a:prstGeom prst="flowChartDecision">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a[j] &lt; a[j-1]</a:t>
              </a:r>
              <a:endParaRPr/>
            </a:p>
          </p:txBody>
        </p:sp>
        <p:sp>
          <p:nvSpPr>
            <p:cNvPr id="313" name="Google Shape;313;p23"/>
            <p:cNvSpPr/>
            <p:nvPr/>
          </p:nvSpPr>
          <p:spPr>
            <a:xfrm>
              <a:off x="4970" y="8487"/>
              <a:ext cx="1255" cy="528"/>
            </a:xfrm>
            <a:prstGeom prst="flowChartDecision">
              <a:avLst/>
            </a:prstGeom>
            <a:solidFill>
              <a:srgbClr val="FFFFFF"/>
            </a:solidFill>
            <a:ln cap="flat" cmpd="sng" w="9525">
              <a:solidFill>
                <a:srgbClr val="000000"/>
              </a:solidFill>
              <a:prstDash val="solid"/>
              <a:miter lim="800000"/>
              <a:headEnd len="sm" w="sm" type="none"/>
              <a:tailEnd len="sm" w="sm" type="none"/>
            </a:ln>
          </p:spPr>
          <p:txBody>
            <a:bodyPr anchorCtr="0" anchor="t" bIns="10800" lIns="0" spcFirstLastPara="1" rIns="0" wrap="square" tIns="10800">
              <a:no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j&gt;= i+1</a:t>
              </a:r>
              <a:endParaRPr/>
            </a:p>
          </p:txBody>
        </p:sp>
        <p:cxnSp>
          <p:nvCxnSpPr>
            <p:cNvPr id="314" name="Google Shape;314;p23"/>
            <p:cNvCxnSpPr/>
            <p:nvPr/>
          </p:nvCxnSpPr>
          <p:spPr>
            <a:xfrm>
              <a:off x="5598" y="9011"/>
              <a:ext cx="0" cy="300"/>
            </a:xfrm>
            <a:prstGeom prst="straightConnector1">
              <a:avLst/>
            </a:prstGeom>
            <a:noFill/>
            <a:ln cap="flat" cmpd="sng" w="9525">
              <a:solidFill>
                <a:srgbClr val="000000"/>
              </a:solidFill>
              <a:prstDash val="solid"/>
              <a:miter lim="800000"/>
              <a:headEnd len="med" w="med" type="none"/>
              <a:tailEnd len="med" w="med" type="triangle"/>
            </a:ln>
          </p:spPr>
        </p:cxnSp>
        <p:sp>
          <p:nvSpPr>
            <p:cNvPr id="315" name="Google Shape;315;p23"/>
            <p:cNvSpPr txBox="1"/>
            <p:nvPr/>
          </p:nvSpPr>
          <p:spPr>
            <a:xfrm>
              <a:off x="5734" y="9011"/>
              <a:ext cx="300" cy="300"/>
            </a:xfrm>
            <a:prstGeom prst="rect">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Đ</a:t>
              </a:r>
              <a:endParaRPr/>
            </a:p>
          </p:txBody>
        </p:sp>
        <p:sp>
          <p:nvSpPr>
            <p:cNvPr id="316" name="Google Shape;316;p23"/>
            <p:cNvSpPr txBox="1"/>
            <p:nvPr/>
          </p:nvSpPr>
          <p:spPr>
            <a:xfrm>
              <a:off x="5079" y="10911"/>
              <a:ext cx="900" cy="3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j =  j-1</a:t>
              </a:r>
              <a:endParaRPr/>
            </a:p>
          </p:txBody>
        </p:sp>
        <p:cxnSp>
          <p:nvCxnSpPr>
            <p:cNvPr id="317" name="Google Shape;317;p23"/>
            <p:cNvCxnSpPr/>
            <p:nvPr/>
          </p:nvCxnSpPr>
          <p:spPr>
            <a:xfrm>
              <a:off x="5589" y="10568"/>
              <a:ext cx="0" cy="300"/>
            </a:xfrm>
            <a:prstGeom prst="straightConnector1">
              <a:avLst/>
            </a:prstGeom>
            <a:noFill/>
            <a:ln cap="flat" cmpd="sng" w="9525">
              <a:solidFill>
                <a:srgbClr val="000000"/>
              </a:solidFill>
              <a:prstDash val="solid"/>
              <a:miter lim="800000"/>
              <a:headEnd len="med" w="med" type="none"/>
              <a:tailEnd len="med" w="med" type="triangle"/>
            </a:ln>
          </p:spPr>
        </p:cxnSp>
        <p:cxnSp>
          <p:nvCxnSpPr>
            <p:cNvPr id="318" name="Google Shape;318;p23"/>
            <p:cNvCxnSpPr/>
            <p:nvPr/>
          </p:nvCxnSpPr>
          <p:spPr>
            <a:xfrm rot="10800000">
              <a:off x="7371" y="9579"/>
              <a:ext cx="0" cy="1500"/>
            </a:xfrm>
            <a:prstGeom prst="straightConnector1">
              <a:avLst/>
            </a:prstGeom>
            <a:noFill/>
            <a:ln cap="flat" cmpd="sng" w="9525">
              <a:solidFill>
                <a:srgbClr val="000000"/>
              </a:solidFill>
              <a:prstDash val="solid"/>
              <a:miter lim="800000"/>
              <a:headEnd len="med" w="med" type="none"/>
              <a:tailEnd len="med" w="med" type="none"/>
            </a:ln>
          </p:spPr>
        </p:cxnSp>
        <p:cxnSp>
          <p:nvCxnSpPr>
            <p:cNvPr id="319" name="Google Shape;319;p23"/>
            <p:cNvCxnSpPr/>
            <p:nvPr/>
          </p:nvCxnSpPr>
          <p:spPr>
            <a:xfrm>
              <a:off x="6061" y="11091"/>
              <a:ext cx="1200" cy="0"/>
            </a:xfrm>
            <a:prstGeom prst="straightConnector1">
              <a:avLst/>
            </a:prstGeom>
            <a:noFill/>
            <a:ln cap="flat" cmpd="sng" w="9525">
              <a:solidFill>
                <a:srgbClr val="000000"/>
              </a:solidFill>
              <a:prstDash val="solid"/>
              <a:miter lim="800000"/>
              <a:headEnd len="med" w="med" type="triangle"/>
              <a:tailEnd len="med" w="med" type="none"/>
            </a:ln>
          </p:spPr>
        </p:cxnSp>
        <p:cxnSp>
          <p:nvCxnSpPr>
            <p:cNvPr id="320" name="Google Shape;320;p23"/>
            <p:cNvCxnSpPr/>
            <p:nvPr/>
          </p:nvCxnSpPr>
          <p:spPr>
            <a:xfrm rot="10800000">
              <a:off x="6105" y="8754"/>
              <a:ext cx="1500" cy="0"/>
            </a:xfrm>
            <a:prstGeom prst="straightConnector1">
              <a:avLst/>
            </a:prstGeom>
            <a:noFill/>
            <a:ln cap="flat" cmpd="sng" w="9525">
              <a:solidFill>
                <a:srgbClr val="000000"/>
              </a:solidFill>
              <a:prstDash val="solid"/>
              <a:miter lim="800000"/>
              <a:headEnd len="med" w="med" type="none"/>
              <a:tailEnd len="med" w="med" type="none"/>
            </a:ln>
          </p:spPr>
        </p:cxnSp>
        <p:sp>
          <p:nvSpPr>
            <p:cNvPr id="321" name="Google Shape;321;p23"/>
            <p:cNvSpPr txBox="1"/>
            <p:nvPr/>
          </p:nvSpPr>
          <p:spPr>
            <a:xfrm>
              <a:off x="6435" y="8474"/>
              <a:ext cx="300" cy="300"/>
            </a:xfrm>
            <a:prstGeom prst="rect">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S</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4"/>
          <p:cNvSpPr txBox="1"/>
          <p:nvPr>
            <p:ph type="title"/>
          </p:nvPr>
        </p:nvSpPr>
        <p:spPr>
          <a:xfrm>
            <a:off x="457200" y="365125"/>
            <a:ext cx="7954962" cy="6381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CHƯƠNG TRÌNH SẮP XẾP “NỔI BỌT”</a:t>
            </a:r>
            <a:endParaRPr/>
          </a:p>
        </p:txBody>
      </p:sp>
      <p:sp>
        <p:nvSpPr>
          <p:cNvPr id="327" name="Google Shape;327;p24"/>
          <p:cNvSpPr txBox="1"/>
          <p:nvPr>
            <p:ph idx="1" type="body"/>
          </p:nvPr>
        </p:nvSpPr>
        <p:spPr>
          <a:xfrm>
            <a:off x="0" y="1279525"/>
            <a:ext cx="4924500" cy="5211900"/>
          </a:xfrm>
          <a:prstGeom prst="rect">
            <a:avLst/>
          </a:prstGeom>
          <a:noFill/>
          <a:ln>
            <a:noFill/>
          </a:ln>
        </p:spPr>
        <p:txBody>
          <a:bodyPr anchorCtr="0" anchor="t" bIns="45700" lIns="91425" spcFirstLastPara="1" rIns="91425" wrap="square" tIns="45700">
            <a:noAutofit/>
          </a:bodyPr>
          <a:lstStyle/>
          <a:p>
            <a:pPr indent="-228600" lvl="0" marL="228600" rtl="0" algn="l">
              <a:lnSpc>
                <a:spcPct val="50000"/>
              </a:lnSpc>
              <a:spcBef>
                <a:spcPts val="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typedef int DataType;</a:t>
            </a:r>
            <a:endParaRPr/>
          </a:p>
          <a:p>
            <a:pPr indent="-228600" lvl="0" marL="228600" rtl="0" algn="l">
              <a:lnSpc>
                <a:spcPct val="50000"/>
              </a:lnSpc>
              <a:spcBef>
                <a:spcPts val="1000"/>
              </a:spcBef>
              <a:spcAft>
                <a:spcPts val="0"/>
              </a:spcAft>
              <a:buClr>
                <a:schemeClr val="dk1"/>
              </a:buClr>
              <a:buSzPts val="1600"/>
              <a:buNone/>
            </a:pPr>
            <a:r>
              <a:t/>
            </a:r>
            <a:endParaRPr b="0" i="0" sz="1600" u="none">
              <a:solidFill>
                <a:schemeClr val="dk1"/>
              </a:solidFill>
              <a:latin typeface="Courier New"/>
              <a:ea typeface="Courier New"/>
              <a:cs typeface="Courier New"/>
              <a:sym typeface="Courier New"/>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void Swap (DataType *x,DataType *y)</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DataType Temp;</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Temp = *x;</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*x = *y;</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*y = Temp;</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void BubbleSort(DataType a[],int n) </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int i,j;</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for(i= 0; i&lt;= n-2; i++)</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for(j=n-1;j&gt;=i+1; j--)</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if (a[j] &lt; a[j-1])</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Swap(&amp;a[j],&amp;a[j-1]);</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a:t>
            </a:r>
            <a:endParaRPr/>
          </a:p>
        </p:txBody>
      </p:sp>
      <p:sp>
        <p:nvSpPr>
          <p:cNvPr id="328" name="Google Shape;328;p24"/>
          <p:cNvSpPr txBox="1"/>
          <p:nvPr>
            <p:ph idx="1" type="body"/>
          </p:nvPr>
        </p:nvSpPr>
        <p:spPr>
          <a:xfrm>
            <a:off x="5122850" y="1003300"/>
            <a:ext cx="4021200" cy="5342700"/>
          </a:xfrm>
          <a:prstGeom prst="rect">
            <a:avLst/>
          </a:prstGeom>
          <a:noFill/>
          <a:ln>
            <a:noFill/>
          </a:ln>
        </p:spPr>
        <p:txBody>
          <a:bodyPr anchorCtr="0" anchor="t" bIns="45700" lIns="91425" spcFirstLastPara="1" rIns="91425" wrap="square" tIns="45700">
            <a:noAutofit/>
          </a:bodyPr>
          <a:lstStyle/>
          <a:p>
            <a:pPr indent="-228600" lvl="0" marL="228600" rtl="0" algn="l">
              <a:lnSpc>
                <a:spcPct val="50000"/>
              </a:lnSpc>
              <a:spcBef>
                <a:spcPts val="0"/>
              </a:spcBef>
              <a:spcAft>
                <a:spcPts val="0"/>
              </a:spcAft>
              <a:buClr>
                <a:schemeClr val="dk1"/>
              </a:buClr>
              <a:buSzPts val="1600"/>
              <a:buNone/>
            </a:pPr>
            <a:r>
              <a:t/>
            </a:r>
            <a:endParaRPr b="0" i="0" sz="1600" u="none">
              <a:solidFill>
                <a:schemeClr val="dk1"/>
              </a:solidFill>
              <a:latin typeface="Courier New"/>
              <a:ea typeface="Courier New"/>
              <a:cs typeface="Courier New"/>
              <a:sym typeface="Courier New"/>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void in(DataType a[], int n)</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int i;</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for(i=0; i&lt;n; i++)</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printf("%5d", a[i]);</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a:t>
            </a:r>
            <a:endParaRPr/>
          </a:p>
          <a:p>
            <a:pPr indent="-228600" lvl="0" marL="228600" rtl="0" algn="l">
              <a:lnSpc>
                <a:spcPct val="50000"/>
              </a:lnSpc>
              <a:spcBef>
                <a:spcPts val="1000"/>
              </a:spcBef>
              <a:spcAft>
                <a:spcPts val="0"/>
              </a:spcAft>
              <a:buClr>
                <a:schemeClr val="dk1"/>
              </a:buClr>
              <a:buSzPts val="1600"/>
              <a:buNone/>
            </a:pPr>
            <a:r>
              <a:t/>
            </a:r>
            <a:endParaRPr b="0" i="0" sz="1600" u="none">
              <a:solidFill>
                <a:schemeClr val="dk1"/>
              </a:solidFill>
              <a:latin typeface="Courier New"/>
              <a:ea typeface="Courier New"/>
              <a:cs typeface="Courier New"/>
              <a:sym typeface="Courier New"/>
            </a:endParaRPr>
          </a:p>
          <a:p>
            <a:pPr indent="-228600" lvl="0" marL="228600" rtl="0" algn="l">
              <a:lnSpc>
                <a:spcPct val="50000"/>
              </a:lnSpc>
              <a:spcBef>
                <a:spcPts val="1000"/>
              </a:spcBef>
              <a:spcAft>
                <a:spcPts val="0"/>
              </a:spcAft>
              <a:buClr>
                <a:schemeClr val="dk1"/>
              </a:buClr>
              <a:buSzPts val="1600"/>
              <a:buNone/>
            </a:pPr>
            <a:r>
              <a:t/>
            </a:r>
            <a:endParaRPr b="0" i="0" sz="1600" u="none">
              <a:solidFill>
                <a:schemeClr val="dk1"/>
              </a:solidFill>
              <a:latin typeface="Courier New"/>
              <a:ea typeface="Courier New"/>
              <a:cs typeface="Courier New"/>
              <a:sym typeface="Courier New"/>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int main(){</a:t>
            </a:r>
            <a:endParaRPr/>
          </a:p>
          <a:p>
            <a:pPr indent="-228600" lvl="0" marL="228600" rtl="0" algn="l">
              <a:lnSpc>
                <a:spcPct val="7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DataType a[] = {4, 3, 2, 8, 5, 9, 10, -6};</a:t>
            </a:r>
            <a:endParaRPr/>
          </a:p>
          <a:p>
            <a:pPr indent="-228600" lvl="0" marL="228600" rtl="0" algn="l">
              <a:lnSpc>
                <a:spcPct val="7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BubbleSort(a,8);</a:t>
            </a:r>
            <a:endParaRPr/>
          </a:p>
          <a:p>
            <a:pPr indent="-228600" lvl="0" marL="228600" rtl="0" algn="l">
              <a:lnSpc>
                <a:spcPct val="7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printf("Ket qua sap xep:\n\n");</a:t>
            </a:r>
            <a:endParaRPr/>
          </a:p>
          <a:p>
            <a:pPr indent="-228600" lvl="0" marL="228600" rtl="0" algn="l">
              <a:lnSpc>
                <a:spcPct val="7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in(a,8);</a:t>
            </a:r>
            <a:endParaRPr/>
          </a:p>
          <a:p>
            <a:pPr indent="-228600" lvl="0" marL="228600" rtl="0" algn="l">
              <a:lnSpc>
                <a:spcPct val="7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	return 0;</a:t>
            </a:r>
            <a:endParaRPr/>
          </a:p>
          <a:p>
            <a:pPr indent="-228600" lvl="0" marL="228600" rtl="0" algn="l">
              <a:lnSpc>
                <a:spcPct val="50000"/>
              </a:lnSpc>
              <a:spcBef>
                <a:spcPts val="1000"/>
              </a:spcBef>
              <a:spcAft>
                <a:spcPts val="0"/>
              </a:spcAft>
              <a:buClr>
                <a:schemeClr val="dk1"/>
              </a:buClr>
              <a:buSzPts val="1600"/>
              <a:buNone/>
            </a:pPr>
            <a:r>
              <a:rPr b="0" i="0" lang="en-US" sz="1600" u="none">
                <a:solidFill>
                  <a:schemeClr val="dk1"/>
                </a:solidFill>
                <a:latin typeface="Courier New"/>
                <a:ea typeface="Courier New"/>
                <a:cs typeface="Courier New"/>
                <a:sym typeface="Courier New"/>
              </a:rPr>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5"/>
          <p:cNvSpPr txBox="1"/>
          <p:nvPr>
            <p:ph type="title"/>
          </p:nvPr>
        </p:nvSpPr>
        <p:spPr>
          <a:xfrm>
            <a:off x="650875" y="263525"/>
            <a:ext cx="8493125" cy="706437"/>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900"/>
              <a:buFont typeface="Arial"/>
              <a:buNone/>
            </a:pPr>
            <a:r>
              <a:rPr b="1" i="0" lang="en-US" sz="2900" u="none">
                <a:solidFill>
                  <a:srgbClr val="FFF3F3"/>
                </a:solidFill>
                <a:latin typeface="Arial"/>
                <a:ea typeface="Arial"/>
                <a:cs typeface="Arial"/>
                <a:sym typeface="Arial"/>
              </a:rPr>
              <a:t>Nổi Bọt – Bubble Sort</a:t>
            </a:r>
            <a:endParaRPr/>
          </a:p>
        </p:txBody>
      </p:sp>
      <p:sp>
        <p:nvSpPr>
          <p:cNvPr id="334" name="Google Shape;334;p25"/>
          <p:cNvSpPr txBox="1"/>
          <p:nvPr>
            <p:ph idx="1" type="body"/>
          </p:nvPr>
        </p:nvSpPr>
        <p:spPr>
          <a:xfrm>
            <a:off x="661987" y="1303337"/>
            <a:ext cx="8229600" cy="1220787"/>
          </a:xfrm>
          <a:prstGeom prst="rect">
            <a:avLst/>
          </a:prstGeom>
          <a:noFill/>
          <a:ln>
            <a:noFill/>
          </a:ln>
        </p:spPr>
        <p:txBody>
          <a:bodyPr anchorCtr="0" anchor="t" bIns="45700" lIns="91425" spcFirstLastPara="1" rIns="91425" wrap="square" tIns="45700">
            <a:noAutofit/>
          </a:bodyPr>
          <a:lstStyle/>
          <a:p>
            <a:pPr indent="-427037" lvl="0" marL="427037" rtl="0" algn="l">
              <a:lnSpc>
                <a:spcPct val="100000"/>
              </a:lnSpc>
              <a:spcBef>
                <a:spcPts val="0"/>
              </a:spcBef>
              <a:spcAft>
                <a:spcPts val="0"/>
              </a:spcAft>
              <a:buClr>
                <a:srgbClr val="0000F0"/>
              </a:buClr>
              <a:buSzPts val="2500"/>
              <a:buFont typeface="Noto Sans Symbols"/>
              <a:buChar char="⮚"/>
            </a:pPr>
            <a:r>
              <a:rPr b="0" i="0" lang="en-US" sz="2500" u="none">
                <a:solidFill>
                  <a:schemeClr val="dk1"/>
                </a:solidFill>
                <a:latin typeface="Arial"/>
                <a:ea typeface="Arial"/>
                <a:cs typeface="Arial"/>
                <a:sym typeface="Arial"/>
              </a:rPr>
              <a:t>Cho dãy số a: </a:t>
            </a:r>
            <a:endParaRPr/>
          </a:p>
          <a:p>
            <a:pPr indent="-427037" lvl="0" marL="427037" rtl="0" algn="l">
              <a:lnSpc>
                <a:spcPct val="100000"/>
              </a:lnSpc>
              <a:spcBef>
                <a:spcPts val="500"/>
              </a:spcBef>
              <a:spcAft>
                <a:spcPts val="0"/>
              </a:spcAft>
              <a:buSzPts val="2500"/>
              <a:buNone/>
            </a:pPr>
            <a:r>
              <a:rPr b="0" i="0" lang="en-US" sz="2500" u="none">
                <a:solidFill>
                  <a:schemeClr val="dk1"/>
                </a:solidFill>
                <a:latin typeface="Arial"/>
                <a:ea typeface="Arial"/>
                <a:cs typeface="Arial"/>
                <a:sym typeface="Arial"/>
              </a:rPr>
              <a:t>		2	 12	 8	5	1	6	4	15 </a:t>
            </a:r>
            <a:endParaRPr/>
          </a:p>
        </p:txBody>
      </p:sp>
      <p:grpSp>
        <p:nvGrpSpPr>
          <p:cNvPr id="335" name="Google Shape;335;p25"/>
          <p:cNvGrpSpPr/>
          <p:nvPr/>
        </p:nvGrpSpPr>
        <p:grpSpPr>
          <a:xfrm>
            <a:off x="715962" y="2849562"/>
            <a:ext cx="7651750" cy="1909762"/>
            <a:chOff x="489" y="1661"/>
            <a:chExt cx="5221" cy="1303"/>
          </a:xfrm>
        </p:grpSpPr>
        <p:pic>
          <p:nvPicPr>
            <p:cNvPr id="336" name="Google Shape;336;p25"/>
            <p:cNvPicPr preferRelativeResize="0"/>
            <p:nvPr/>
          </p:nvPicPr>
          <p:blipFill rotWithShape="1">
            <a:blip r:embed="rId3">
              <a:alphaModFix/>
            </a:blip>
            <a:srcRect b="0" l="0" r="0" t="0"/>
            <a:stretch/>
          </p:blipFill>
          <p:spPr>
            <a:xfrm>
              <a:off x="489" y="1661"/>
              <a:ext cx="5221" cy="1303"/>
            </a:xfrm>
            <a:prstGeom prst="rect">
              <a:avLst/>
            </a:prstGeom>
            <a:noFill/>
            <a:ln>
              <a:noFill/>
            </a:ln>
          </p:spPr>
        </p:pic>
        <p:sp>
          <p:nvSpPr>
            <p:cNvPr id="337" name="Google Shape;337;p25"/>
            <p:cNvSpPr txBox="1"/>
            <p:nvPr/>
          </p:nvSpPr>
          <p:spPr>
            <a:xfrm>
              <a:off x="807" y="2523"/>
              <a:ext cx="317" cy="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i=0</a:t>
              </a:r>
              <a:endParaRPr/>
            </a:p>
          </p:txBody>
        </p:sp>
        <p:sp>
          <p:nvSpPr>
            <p:cNvPr id="338" name="Google Shape;338;p25"/>
            <p:cNvSpPr txBox="1"/>
            <p:nvPr/>
          </p:nvSpPr>
          <p:spPr>
            <a:xfrm>
              <a:off x="4708" y="2523"/>
              <a:ext cx="317" cy="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j=6</a:t>
              </a:r>
              <a:endParaRPr/>
            </a:p>
          </p:txBody>
        </p:sp>
      </p:grpSp>
      <p:grpSp>
        <p:nvGrpSpPr>
          <p:cNvPr id="339" name="Google Shape;339;p25"/>
          <p:cNvGrpSpPr/>
          <p:nvPr/>
        </p:nvGrpSpPr>
        <p:grpSpPr>
          <a:xfrm>
            <a:off x="915987" y="4733925"/>
            <a:ext cx="7310437" cy="1860550"/>
            <a:chOff x="625" y="3050"/>
            <a:chExt cx="4989" cy="1270"/>
          </a:xfrm>
        </p:grpSpPr>
        <p:pic>
          <p:nvPicPr>
            <p:cNvPr id="340" name="Google Shape;340;p25"/>
            <p:cNvPicPr preferRelativeResize="0"/>
            <p:nvPr/>
          </p:nvPicPr>
          <p:blipFill rotWithShape="1">
            <a:blip r:embed="rId4">
              <a:alphaModFix/>
            </a:blip>
            <a:srcRect b="0" l="0" r="0" t="0"/>
            <a:stretch/>
          </p:blipFill>
          <p:spPr>
            <a:xfrm>
              <a:off x="625" y="3050"/>
              <a:ext cx="4989" cy="1270"/>
            </a:xfrm>
            <a:prstGeom prst="rect">
              <a:avLst/>
            </a:prstGeom>
            <a:noFill/>
            <a:ln>
              <a:noFill/>
            </a:ln>
          </p:spPr>
        </p:pic>
        <p:sp>
          <p:nvSpPr>
            <p:cNvPr id="341" name="Google Shape;341;p25"/>
            <p:cNvSpPr txBox="1"/>
            <p:nvPr/>
          </p:nvSpPr>
          <p:spPr>
            <a:xfrm>
              <a:off x="795" y="3831"/>
              <a:ext cx="317" cy="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i=0</a:t>
              </a:r>
              <a:endParaRPr/>
            </a:p>
          </p:txBody>
        </p:sp>
        <p:sp>
          <p:nvSpPr>
            <p:cNvPr id="342" name="Google Shape;342;p25"/>
            <p:cNvSpPr txBox="1"/>
            <p:nvPr/>
          </p:nvSpPr>
          <p:spPr>
            <a:xfrm>
              <a:off x="3302" y="3834"/>
              <a:ext cx="317" cy="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i=4</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6"/>
          <p:cNvSpPr txBox="1"/>
          <p:nvPr>
            <p:ph type="title"/>
          </p:nvPr>
        </p:nvSpPr>
        <p:spPr>
          <a:xfrm>
            <a:off x="650875" y="263525"/>
            <a:ext cx="8493125" cy="706437"/>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900"/>
              <a:buFont typeface="Arial"/>
              <a:buNone/>
            </a:pPr>
            <a:r>
              <a:rPr b="1" i="0" lang="en-US" sz="2900" u="none">
                <a:solidFill>
                  <a:srgbClr val="FFF3F3"/>
                </a:solidFill>
                <a:latin typeface="Arial"/>
                <a:ea typeface="Arial"/>
                <a:cs typeface="Arial"/>
                <a:sym typeface="Arial"/>
              </a:rPr>
              <a:t>Nổi Bọt – Bubble Sort</a:t>
            </a:r>
            <a:endParaRPr/>
          </a:p>
        </p:txBody>
      </p:sp>
      <p:grpSp>
        <p:nvGrpSpPr>
          <p:cNvPr id="348" name="Google Shape;348;p26"/>
          <p:cNvGrpSpPr/>
          <p:nvPr/>
        </p:nvGrpSpPr>
        <p:grpSpPr>
          <a:xfrm>
            <a:off x="982662" y="4757737"/>
            <a:ext cx="8029575" cy="1836737"/>
            <a:chOff x="671" y="3067"/>
            <a:chExt cx="5479" cy="1253"/>
          </a:xfrm>
        </p:grpSpPr>
        <p:pic>
          <p:nvPicPr>
            <p:cNvPr id="349" name="Google Shape;349;p26"/>
            <p:cNvPicPr preferRelativeResize="0"/>
            <p:nvPr/>
          </p:nvPicPr>
          <p:blipFill rotWithShape="1">
            <a:blip r:embed="rId3">
              <a:alphaModFix/>
            </a:blip>
            <a:srcRect b="0" l="0" r="0" t="0"/>
            <a:stretch/>
          </p:blipFill>
          <p:spPr>
            <a:xfrm>
              <a:off x="671" y="3067"/>
              <a:ext cx="5479" cy="1253"/>
            </a:xfrm>
            <a:prstGeom prst="rect">
              <a:avLst/>
            </a:prstGeom>
            <a:noFill/>
            <a:ln>
              <a:noFill/>
            </a:ln>
          </p:spPr>
        </p:pic>
        <p:sp>
          <p:nvSpPr>
            <p:cNvPr id="350" name="Google Shape;350;p26"/>
            <p:cNvSpPr txBox="1"/>
            <p:nvPr/>
          </p:nvSpPr>
          <p:spPr>
            <a:xfrm>
              <a:off x="819" y="3925"/>
              <a:ext cx="36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i=0</a:t>
              </a:r>
              <a:endParaRPr/>
            </a:p>
          </p:txBody>
        </p:sp>
        <p:sp>
          <p:nvSpPr>
            <p:cNvPr id="351" name="Google Shape;351;p26"/>
            <p:cNvSpPr txBox="1"/>
            <p:nvPr/>
          </p:nvSpPr>
          <p:spPr>
            <a:xfrm>
              <a:off x="1532" y="3925"/>
              <a:ext cx="36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j=1</a:t>
              </a:r>
              <a:endParaRPr/>
            </a:p>
          </p:txBody>
        </p:sp>
      </p:grpSp>
      <p:grpSp>
        <p:nvGrpSpPr>
          <p:cNvPr id="352" name="Google Shape;352;p26"/>
          <p:cNvGrpSpPr/>
          <p:nvPr/>
        </p:nvGrpSpPr>
        <p:grpSpPr>
          <a:xfrm>
            <a:off x="1095375" y="2909887"/>
            <a:ext cx="8048625" cy="1662112"/>
            <a:chOff x="747" y="1806"/>
            <a:chExt cx="5493" cy="1134"/>
          </a:xfrm>
        </p:grpSpPr>
        <p:pic>
          <p:nvPicPr>
            <p:cNvPr id="353" name="Google Shape;353;p26"/>
            <p:cNvPicPr preferRelativeResize="0"/>
            <p:nvPr/>
          </p:nvPicPr>
          <p:blipFill rotWithShape="1">
            <a:blip r:embed="rId4">
              <a:alphaModFix/>
            </a:blip>
            <a:srcRect b="0" l="0" r="0" t="0"/>
            <a:stretch/>
          </p:blipFill>
          <p:spPr>
            <a:xfrm>
              <a:off x="747" y="1806"/>
              <a:ext cx="5493" cy="1134"/>
            </a:xfrm>
            <a:prstGeom prst="rect">
              <a:avLst/>
            </a:prstGeom>
            <a:noFill/>
            <a:ln>
              <a:noFill/>
            </a:ln>
          </p:spPr>
        </p:pic>
        <p:sp>
          <p:nvSpPr>
            <p:cNvPr id="354" name="Google Shape;354;p26"/>
            <p:cNvSpPr txBox="1"/>
            <p:nvPr/>
          </p:nvSpPr>
          <p:spPr>
            <a:xfrm>
              <a:off x="923" y="2585"/>
              <a:ext cx="36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i=0</a:t>
              </a:r>
              <a:endParaRPr/>
            </a:p>
          </p:txBody>
        </p:sp>
        <p:sp>
          <p:nvSpPr>
            <p:cNvPr id="355" name="Google Shape;355;p26"/>
            <p:cNvSpPr txBox="1"/>
            <p:nvPr/>
          </p:nvSpPr>
          <p:spPr>
            <a:xfrm>
              <a:off x="2303" y="2568"/>
              <a:ext cx="36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j=2</a:t>
              </a:r>
              <a:endParaRPr/>
            </a:p>
          </p:txBody>
        </p:sp>
      </p:grpSp>
      <p:grpSp>
        <p:nvGrpSpPr>
          <p:cNvPr id="356" name="Google Shape;356;p26"/>
          <p:cNvGrpSpPr/>
          <p:nvPr/>
        </p:nvGrpSpPr>
        <p:grpSpPr>
          <a:xfrm>
            <a:off x="1049337" y="1036637"/>
            <a:ext cx="7910512" cy="1660525"/>
            <a:chOff x="716" y="527"/>
            <a:chExt cx="5398" cy="1134"/>
          </a:xfrm>
        </p:grpSpPr>
        <p:pic>
          <p:nvPicPr>
            <p:cNvPr id="357" name="Google Shape;357;p26"/>
            <p:cNvPicPr preferRelativeResize="0"/>
            <p:nvPr/>
          </p:nvPicPr>
          <p:blipFill rotWithShape="1">
            <a:blip r:embed="rId5">
              <a:alphaModFix/>
            </a:blip>
            <a:srcRect b="0" l="0" r="0" t="0"/>
            <a:stretch/>
          </p:blipFill>
          <p:spPr>
            <a:xfrm>
              <a:off x="716" y="527"/>
              <a:ext cx="5398" cy="1134"/>
            </a:xfrm>
            <a:prstGeom prst="rect">
              <a:avLst/>
            </a:prstGeom>
            <a:noFill/>
            <a:ln>
              <a:noFill/>
            </a:ln>
          </p:spPr>
        </p:pic>
        <p:sp>
          <p:nvSpPr>
            <p:cNvPr id="358" name="Google Shape;358;p26"/>
            <p:cNvSpPr txBox="1"/>
            <p:nvPr/>
          </p:nvSpPr>
          <p:spPr>
            <a:xfrm>
              <a:off x="943" y="1317"/>
              <a:ext cx="36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i=0</a:t>
              </a:r>
              <a:endParaRPr/>
            </a:p>
          </p:txBody>
        </p:sp>
        <p:sp>
          <p:nvSpPr>
            <p:cNvPr id="359" name="Google Shape;359;p26"/>
            <p:cNvSpPr txBox="1"/>
            <p:nvPr/>
          </p:nvSpPr>
          <p:spPr>
            <a:xfrm>
              <a:off x="2893" y="1339"/>
              <a:ext cx="36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j=3</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7"/>
          <p:cNvSpPr txBox="1"/>
          <p:nvPr>
            <p:ph type="title"/>
          </p:nvPr>
        </p:nvSpPr>
        <p:spPr>
          <a:xfrm>
            <a:off x="650875" y="263525"/>
            <a:ext cx="8493125" cy="706437"/>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900"/>
              <a:buFont typeface="Arial"/>
              <a:buNone/>
            </a:pPr>
            <a:r>
              <a:rPr b="1" i="0" lang="en-US" sz="2900" u="none">
                <a:solidFill>
                  <a:srgbClr val="FFF3F3"/>
                </a:solidFill>
                <a:latin typeface="Arial"/>
                <a:ea typeface="Arial"/>
                <a:cs typeface="Arial"/>
                <a:sym typeface="Arial"/>
              </a:rPr>
              <a:t>Nổi Bọt – Bubble Sort</a:t>
            </a:r>
            <a:endParaRPr/>
          </a:p>
        </p:txBody>
      </p:sp>
      <p:grpSp>
        <p:nvGrpSpPr>
          <p:cNvPr id="365" name="Google Shape;365;p27"/>
          <p:cNvGrpSpPr/>
          <p:nvPr/>
        </p:nvGrpSpPr>
        <p:grpSpPr>
          <a:xfrm>
            <a:off x="982662" y="4559300"/>
            <a:ext cx="7908925" cy="1595437"/>
            <a:chOff x="671" y="2931"/>
            <a:chExt cx="5397" cy="1089"/>
          </a:xfrm>
        </p:grpSpPr>
        <p:pic>
          <p:nvPicPr>
            <p:cNvPr id="366" name="Google Shape;366;p27"/>
            <p:cNvPicPr preferRelativeResize="0"/>
            <p:nvPr/>
          </p:nvPicPr>
          <p:blipFill rotWithShape="1">
            <a:blip r:embed="rId3">
              <a:alphaModFix/>
            </a:blip>
            <a:srcRect b="0" l="0" r="0" t="0"/>
            <a:stretch/>
          </p:blipFill>
          <p:spPr>
            <a:xfrm>
              <a:off x="671" y="2931"/>
              <a:ext cx="5397" cy="1089"/>
            </a:xfrm>
            <a:prstGeom prst="rect">
              <a:avLst/>
            </a:prstGeom>
            <a:noFill/>
            <a:ln>
              <a:noFill/>
            </a:ln>
          </p:spPr>
        </p:pic>
        <p:sp>
          <p:nvSpPr>
            <p:cNvPr id="367" name="Google Shape;367;p27"/>
            <p:cNvSpPr txBox="1"/>
            <p:nvPr/>
          </p:nvSpPr>
          <p:spPr>
            <a:xfrm>
              <a:off x="1391" y="3698"/>
              <a:ext cx="36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i=1</a:t>
              </a:r>
              <a:endParaRPr/>
            </a:p>
          </p:txBody>
        </p:sp>
        <p:sp>
          <p:nvSpPr>
            <p:cNvPr id="368" name="Google Shape;368;p27"/>
            <p:cNvSpPr txBox="1"/>
            <p:nvPr/>
          </p:nvSpPr>
          <p:spPr>
            <a:xfrm>
              <a:off x="2712" y="3698"/>
              <a:ext cx="36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j=3</a:t>
              </a:r>
              <a:endParaRPr/>
            </a:p>
          </p:txBody>
        </p:sp>
      </p:grpSp>
      <p:grpSp>
        <p:nvGrpSpPr>
          <p:cNvPr id="369" name="Google Shape;369;p27"/>
          <p:cNvGrpSpPr/>
          <p:nvPr/>
        </p:nvGrpSpPr>
        <p:grpSpPr>
          <a:xfrm>
            <a:off x="982662" y="2632075"/>
            <a:ext cx="7908925" cy="1727200"/>
            <a:chOff x="671" y="1616"/>
            <a:chExt cx="5397" cy="1179"/>
          </a:xfrm>
        </p:grpSpPr>
        <p:pic>
          <p:nvPicPr>
            <p:cNvPr id="370" name="Google Shape;370;p27"/>
            <p:cNvPicPr preferRelativeResize="0"/>
            <p:nvPr/>
          </p:nvPicPr>
          <p:blipFill rotWithShape="1">
            <a:blip r:embed="rId4">
              <a:alphaModFix/>
            </a:blip>
            <a:srcRect b="0" l="0" r="0" t="0"/>
            <a:stretch/>
          </p:blipFill>
          <p:spPr>
            <a:xfrm>
              <a:off x="671" y="1616"/>
              <a:ext cx="5397" cy="1179"/>
            </a:xfrm>
            <a:prstGeom prst="rect">
              <a:avLst/>
            </a:prstGeom>
            <a:noFill/>
            <a:ln>
              <a:noFill/>
            </a:ln>
          </p:spPr>
        </p:pic>
        <p:sp>
          <p:nvSpPr>
            <p:cNvPr id="371" name="Google Shape;371;p27"/>
            <p:cNvSpPr txBox="1"/>
            <p:nvPr/>
          </p:nvSpPr>
          <p:spPr>
            <a:xfrm>
              <a:off x="1427" y="2497"/>
              <a:ext cx="36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i=1</a:t>
              </a:r>
              <a:endParaRPr/>
            </a:p>
          </p:txBody>
        </p:sp>
        <p:sp>
          <p:nvSpPr>
            <p:cNvPr id="372" name="Google Shape;372;p27"/>
            <p:cNvSpPr txBox="1"/>
            <p:nvPr/>
          </p:nvSpPr>
          <p:spPr>
            <a:xfrm>
              <a:off x="3483" y="2502"/>
              <a:ext cx="36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j=4</a:t>
              </a:r>
              <a:endParaRPr/>
            </a:p>
          </p:txBody>
        </p:sp>
      </p:grpSp>
      <p:grpSp>
        <p:nvGrpSpPr>
          <p:cNvPr id="373" name="Google Shape;373;p27"/>
          <p:cNvGrpSpPr/>
          <p:nvPr/>
        </p:nvGrpSpPr>
        <p:grpSpPr>
          <a:xfrm>
            <a:off x="1049337" y="1036637"/>
            <a:ext cx="7777162" cy="1727200"/>
            <a:chOff x="716" y="527"/>
            <a:chExt cx="5307" cy="1179"/>
          </a:xfrm>
        </p:grpSpPr>
        <p:pic>
          <p:nvPicPr>
            <p:cNvPr id="374" name="Google Shape;374;p27"/>
            <p:cNvPicPr preferRelativeResize="0"/>
            <p:nvPr/>
          </p:nvPicPr>
          <p:blipFill rotWithShape="1">
            <a:blip r:embed="rId5">
              <a:alphaModFix/>
            </a:blip>
            <a:srcRect b="0" l="0" r="0" t="0"/>
            <a:stretch/>
          </p:blipFill>
          <p:spPr>
            <a:xfrm>
              <a:off x="716" y="527"/>
              <a:ext cx="5307" cy="1179"/>
            </a:xfrm>
            <a:prstGeom prst="rect">
              <a:avLst/>
            </a:prstGeom>
            <a:noFill/>
            <a:ln>
              <a:noFill/>
            </a:ln>
          </p:spPr>
        </p:pic>
        <p:sp>
          <p:nvSpPr>
            <p:cNvPr id="375" name="Google Shape;375;p27"/>
            <p:cNvSpPr txBox="1"/>
            <p:nvPr/>
          </p:nvSpPr>
          <p:spPr>
            <a:xfrm>
              <a:off x="1399" y="1274"/>
              <a:ext cx="36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i=1</a:t>
              </a:r>
              <a:endParaRPr/>
            </a:p>
          </p:txBody>
        </p:sp>
        <p:sp>
          <p:nvSpPr>
            <p:cNvPr id="376" name="Google Shape;376;p27"/>
            <p:cNvSpPr txBox="1"/>
            <p:nvPr/>
          </p:nvSpPr>
          <p:spPr>
            <a:xfrm>
              <a:off x="4275" y="1277"/>
              <a:ext cx="36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j=5</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8"/>
          <p:cNvSpPr txBox="1"/>
          <p:nvPr>
            <p:ph type="title"/>
          </p:nvPr>
        </p:nvSpPr>
        <p:spPr>
          <a:xfrm>
            <a:off x="650875" y="263525"/>
            <a:ext cx="8493125" cy="706437"/>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900"/>
              <a:buFont typeface="Arial"/>
              <a:buNone/>
            </a:pPr>
            <a:r>
              <a:rPr b="1" i="0" lang="en-US" sz="2900" u="none">
                <a:solidFill>
                  <a:srgbClr val="FFF3F3"/>
                </a:solidFill>
                <a:latin typeface="Arial"/>
                <a:ea typeface="Arial"/>
                <a:cs typeface="Arial"/>
                <a:sym typeface="Arial"/>
              </a:rPr>
              <a:t>Nổi Bọt – Bubble Sort</a:t>
            </a:r>
            <a:endParaRPr/>
          </a:p>
        </p:txBody>
      </p:sp>
      <p:grpSp>
        <p:nvGrpSpPr>
          <p:cNvPr id="382" name="Google Shape;382;p28"/>
          <p:cNvGrpSpPr/>
          <p:nvPr/>
        </p:nvGrpSpPr>
        <p:grpSpPr>
          <a:xfrm>
            <a:off x="784225" y="1170221"/>
            <a:ext cx="8107040" cy="1860198"/>
            <a:chOff x="535" y="618"/>
            <a:chExt cx="5533" cy="1270"/>
          </a:xfrm>
        </p:grpSpPr>
        <p:pic>
          <p:nvPicPr>
            <p:cNvPr id="383" name="Google Shape;383;p28"/>
            <p:cNvPicPr preferRelativeResize="0"/>
            <p:nvPr/>
          </p:nvPicPr>
          <p:blipFill rotWithShape="1">
            <a:blip r:embed="rId3">
              <a:alphaModFix/>
            </a:blip>
            <a:srcRect b="0" l="0" r="0" t="0"/>
            <a:stretch/>
          </p:blipFill>
          <p:spPr>
            <a:xfrm>
              <a:off x="535" y="618"/>
              <a:ext cx="5533" cy="1270"/>
            </a:xfrm>
            <a:prstGeom prst="rect">
              <a:avLst/>
            </a:prstGeom>
            <a:noFill/>
            <a:ln>
              <a:noFill/>
            </a:ln>
          </p:spPr>
        </p:pic>
        <p:sp>
          <p:nvSpPr>
            <p:cNvPr id="384" name="Google Shape;384;p28"/>
            <p:cNvSpPr txBox="1"/>
            <p:nvPr/>
          </p:nvSpPr>
          <p:spPr>
            <a:xfrm>
              <a:off x="2077" y="1344"/>
              <a:ext cx="36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i=2</a:t>
              </a:r>
              <a:endParaRPr/>
            </a:p>
          </p:txBody>
        </p:sp>
        <p:sp>
          <p:nvSpPr>
            <p:cNvPr id="385" name="Google Shape;385;p28"/>
            <p:cNvSpPr txBox="1"/>
            <p:nvPr/>
          </p:nvSpPr>
          <p:spPr>
            <a:xfrm>
              <a:off x="4163" y="1344"/>
              <a:ext cx="36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j=5</a:t>
              </a:r>
              <a:endParaRPr/>
            </a:p>
          </p:txBody>
        </p:sp>
      </p:grpSp>
      <p:grpSp>
        <p:nvGrpSpPr>
          <p:cNvPr id="386" name="Google Shape;386;p28"/>
          <p:cNvGrpSpPr/>
          <p:nvPr/>
        </p:nvGrpSpPr>
        <p:grpSpPr>
          <a:xfrm>
            <a:off x="784225" y="3149600"/>
            <a:ext cx="8094662" cy="1608137"/>
            <a:chOff x="535" y="1969"/>
            <a:chExt cx="5524" cy="1098"/>
          </a:xfrm>
        </p:grpSpPr>
        <p:pic>
          <p:nvPicPr>
            <p:cNvPr id="387" name="Google Shape;387;p28"/>
            <p:cNvPicPr preferRelativeResize="0"/>
            <p:nvPr/>
          </p:nvPicPr>
          <p:blipFill rotWithShape="1">
            <a:blip r:embed="rId4">
              <a:alphaModFix/>
            </a:blip>
            <a:srcRect b="0" l="0" r="0" t="0"/>
            <a:stretch/>
          </p:blipFill>
          <p:spPr>
            <a:xfrm>
              <a:off x="535" y="1969"/>
              <a:ext cx="5524" cy="1098"/>
            </a:xfrm>
            <a:prstGeom prst="rect">
              <a:avLst/>
            </a:prstGeom>
            <a:noFill/>
            <a:ln>
              <a:noFill/>
            </a:ln>
          </p:spPr>
        </p:pic>
        <p:sp>
          <p:nvSpPr>
            <p:cNvPr id="388" name="Google Shape;388;p28"/>
            <p:cNvSpPr txBox="1"/>
            <p:nvPr/>
          </p:nvSpPr>
          <p:spPr>
            <a:xfrm>
              <a:off x="2077" y="2750"/>
              <a:ext cx="36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i=2</a:t>
              </a:r>
              <a:endParaRPr/>
            </a:p>
          </p:txBody>
        </p:sp>
        <p:sp>
          <p:nvSpPr>
            <p:cNvPr id="389" name="Google Shape;389;p28"/>
            <p:cNvSpPr txBox="1"/>
            <p:nvPr/>
          </p:nvSpPr>
          <p:spPr>
            <a:xfrm>
              <a:off x="3528" y="2745"/>
              <a:ext cx="36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j=4</a:t>
              </a:r>
              <a:endParaRPr/>
            </a:p>
          </p:txBody>
        </p:sp>
      </p:grpSp>
      <p:grpSp>
        <p:nvGrpSpPr>
          <p:cNvPr id="390" name="Google Shape;390;p28"/>
          <p:cNvGrpSpPr/>
          <p:nvPr/>
        </p:nvGrpSpPr>
        <p:grpSpPr>
          <a:xfrm>
            <a:off x="915987" y="5156200"/>
            <a:ext cx="7975600" cy="1438275"/>
            <a:chOff x="625" y="3339"/>
            <a:chExt cx="5443" cy="981"/>
          </a:xfrm>
        </p:grpSpPr>
        <p:pic>
          <p:nvPicPr>
            <p:cNvPr id="391" name="Google Shape;391;p28"/>
            <p:cNvPicPr preferRelativeResize="0"/>
            <p:nvPr/>
          </p:nvPicPr>
          <p:blipFill rotWithShape="1">
            <a:blip r:embed="rId5">
              <a:alphaModFix/>
            </a:blip>
            <a:srcRect b="0" l="0" r="0" t="0"/>
            <a:stretch/>
          </p:blipFill>
          <p:spPr>
            <a:xfrm>
              <a:off x="625" y="3339"/>
              <a:ext cx="5443" cy="981"/>
            </a:xfrm>
            <a:prstGeom prst="rect">
              <a:avLst/>
            </a:prstGeom>
            <a:noFill/>
            <a:ln>
              <a:noFill/>
            </a:ln>
          </p:spPr>
        </p:pic>
        <p:sp>
          <p:nvSpPr>
            <p:cNvPr id="392" name="Google Shape;392;p28"/>
            <p:cNvSpPr txBox="1"/>
            <p:nvPr/>
          </p:nvSpPr>
          <p:spPr>
            <a:xfrm>
              <a:off x="2757" y="4016"/>
              <a:ext cx="36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i=3</a:t>
              </a:r>
              <a:endParaRPr/>
            </a:p>
          </p:txBody>
        </p:sp>
        <p:sp>
          <p:nvSpPr>
            <p:cNvPr id="393" name="Google Shape;393;p28"/>
            <p:cNvSpPr txBox="1"/>
            <p:nvPr/>
          </p:nvSpPr>
          <p:spPr>
            <a:xfrm>
              <a:off x="4934" y="4020"/>
              <a:ext cx="36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j=6</a:t>
              </a: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pic>
        <p:nvPicPr>
          <p:cNvPr id="398" name="Google Shape;398;p29"/>
          <p:cNvPicPr preferRelativeResize="0"/>
          <p:nvPr/>
        </p:nvPicPr>
        <p:blipFill rotWithShape="1">
          <a:blip r:embed="rId3">
            <a:alphaModFix/>
          </a:blip>
          <a:srcRect b="0" l="0" r="0" t="0"/>
          <a:stretch/>
        </p:blipFill>
        <p:spPr>
          <a:xfrm>
            <a:off x="982662" y="5556250"/>
            <a:ext cx="7977187" cy="1038225"/>
          </a:xfrm>
          <a:prstGeom prst="rect">
            <a:avLst/>
          </a:prstGeom>
          <a:noFill/>
          <a:ln>
            <a:noFill/>
          </a:ln>
        </p:spPr>
      </p:pic>
      <p:sp>
        <p:nvSpPr>
          <p:cNvPr id="399" name="Google Shape;399;p29"/>
          <p:cNvSpPr txBox="1"/>
          <p:nvPr>
            <p:ph type="title"/>
          </p:nvPr>
        </p:nvSpPr>
        <p:spPr>
          <a:xfrm>
            <a:off x="650875" y="263525"/>
            <a:ext cx="8493125" cy="706437"/>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900"/>
              <a:buFont typeface="Arial"/>
              <a:buNone/>
            </a:pPr>
            <a:r>
              <a:rPr b="1" i="0" lang="en-US" sz="2900" u="none">
                <a:solidFill>
                  <a:srgbClr val="FFF3F3"/>
                </a:solidFill>
                <a:latin typeface="Arial"/>
                <a:ea typeface="Arial"/>
                <a:cs typeface="Arial"/>
                <a:sym typeface="Arial"/>
              </a:rPr>
              <a:t>Nổi Bọt – Bubble Sort</a:t>
            </a:r>
            <a:endParaRPr/>
          </a:p>
        </p:txBody>
      </p:sp>
      <p:grpSp>
        <p:nvGrpSpPr>
          <p:cNvPr id="400" name="Google Shape;400;p29"/>
          <p:cNvGrpSpPr/>
          <p:nvPr/>
        </p:nvGrpSpPr>
        <p:grpSpPr>
          <a:xfrm>
            <a:off x="982650" y="4359275"/>
            <a:ext cx="8029575" cy="1600450"/>
            <a:chOff x="671" y="2795"/>
            <a:chExt cx="5479" cy="1190"/>
          </a:xfrm>
        </p:grpSpPr>
        <p:pic>
          <p:nvPicPr>
            <p:cNvPr id="401" name="Google Shape;401;p29"/>
            <p:cNvPicPr preferRelativeResize="0"/>
            <p:nvPr/>
          </p:nvPicPr>
          <p:blipFill rotWithShape="1">
            <a:blip r:embed="rId4">
              <a:alphaModFix/>
            </a:blip>
            <a:srcRect b="0" l="0" r="0" t="0"/>
            <a:stretch/>
          </p:blipFill>
          <p:spPr>
            <a:xfrm>
              <a:off x="671" y="2795"/>
              <a:ext cx="5479" cy="862"/>
            </a:xfrm>
            <a:prstGeom prst="rect">
              <a:avLst/>
            </a:prstGeom>
            <a:noFill/>
            <a:ln>
              <a:noFill/>
            </a:ln>
          </p:spPr>
        </p:pic>
        <p:sp>
          <p:nvSpPr>
            <p:cNvPr id="402" name="Google Shape;402;p29"/>
            <p:cNvSpPr txBox="1"/>
            <p:nvPr/>
          </p:nvSpPr>
          <p:spPr>
            <a:xfrm>
              <a:off x="4282" y="3385"/>
              <a:ext cx="300" cy="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i=5</a:t>
              </a:r>
              <a:endParaRPr/>
            </a:p>
          </p:txBody>
        </p:sp>
      </p:grpSp>
      <p:grpSp>
        <p:nvGrpSpPr>
          <p:cNvPr id="403" name="Google Shape;403;p29"/>
          <p:cNvGrpSpPr/>
          <p:nvPr/>
        </p:nvGrpSpPr>
        <p:grpSpPr>
          <a:xfrm>
            <a:off x="1014412" y="2632075"/>
            <a:ext cx="8094662" cy="1593850"/>
            <a:chOff x="692" y="1616"/>
            <a:chExt cx="5524" cy="1088"/>
          </a:xfrm>
        </p:grpSpPr>
        <p:pic>
          <p:nvPicPr>
            <p:cNvPr id="404" name="Google Shape;404;p29"/>
            <p:cNvPicPr preferRelativeResize="0"/>
            <p:nvPr/>
          </p:nvPicPr>
          <p:blipFill rotWithShape="1">
            <a:blip r:embed="rId5">
              <a:alphaModFix/>
            </a:blip>
            <a:srcRect b="0" l="0" r="0" t="0"/>
            <a:stretch/>
          </p:blipFill>
          <p:spPr>
            <a:xfrm>
              <a:off x="692" y="1616"/>
              <a:ext cx="5524" cy="1088"/>
            </a:xfrm>
            <a:prstGeom prst="rect">
              <a:avLst/>
            </a:prstGeom>
            <a:noFill/>
            <a:ln>
              <a:noFill/>
            </a:ln>
          </p:spPr>
        </p:pic>
        <p:sp>
          <p:nvSpPr>
            <p:cNvPr id="405" name="Google Shape;405;p29"/>
            <p:cNvSpPr txBox="1"/>
            <p:nvPr/>
          </p:nvSpPr>
          <p:spPr>
            <a:xfrm>
              <a:off x="3632" y="2399"/>
              <a:ext cx="362"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i=4</a:t>
              </a:r>
              <a:endParaRPr/>
            </a:p>
          </p:txBody>
        </p:sp>
        <p:sp>
          <p:nvSpPr>
            <p:cNvPr id="406" name="Google Shape;406;p29"/>
            <p:cNvSpPr txBox="1"/>
            <p:nvPr/>
          </p:nvSpPr>
          <p:spPr>
            <a:xfrm>
              <a:off x="5083" y="2399"/>
              <a:ext cx="362"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j=6</a:t>
              </a:r>
              <a:endParaRPr/>
            </a:p>
          </p:txBody>
        </p:sp>
      </p:grpSp>
      <p:grpSp>
        <p:nvGrpSpPr>
          <p:cNvPr id="407" name="Google Shape;407;p29"/>
          <p:cNvGrpSpPr/>
          <p:nvPr/>
        </p:nvGrpSpPr>
        <p:grpSpPr>
          <a:xfrm>
            <a:off x="912812" y="1101725"/>
            <a:ext cx="8161337" cy="1462087"/>
            <a:chOff x="623" y="572"/>
            <a:chExt cx="5569" cy="998"/>
          </a:xfrm>
        </p:grpSpPr>
        <p:pic>
          <p:nvPicPr>
            <p:cNvPr id="408" name="Google Shape;408;p29"/>
            <p:cNvPicPr preferRelativeResize="0"/>
            <p:nvPr/>
          </p:nvPicPr>
          <p:blipFill rotWithShape="1">
            <a:blip r:embed="rId6">
              <a:alphaModFix/>
            </a:blip>
            <a:srcRect b="0" l="0" r="0" t="0"/>
            <a:stretch/>
          </p:blipFill>
          <p:spPr>
            <a:xfrm>
              <a:off x="623" y="572"/>
              <a:ext cx="5569" cy="998"/>
            </a:xfrm>
            <a:prstGeom prst="rect">
              <a:avLst/>
            </a:prstGeom>
            <a:noFill/>
            <a:ln>
              <a:noFill/>
            </a:ln>
          </p:spPr>
        </p:pic>
        <p:sp>
          <p:nvSpPr>
            <p:cNvPr id="409" name="Google Shape;409;p29"/>
            <p:cNvSpPr txBox="1"/>
            <p:nvPr/>
          </p:nvSpPr>
          <p:spPr>
            <a:xfrm>
              <a:off x="2939" y="1253"/>
              <a:ext cx="362"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i=3</a:t>
              </a:r>
              <a:endParaRPr/>
            </a:p>
          </p:txBody>
        </p:sp>
        <p:sp>
          <p:nvSpPr>
            <p:cNvPr id="410" name="Google Shape;410;p29"/>
            <p:cNvSpPr txBox="1"/>
            <p:nvPr/>
          </p:nvSpPr>
          <p:spPr>
            <a:xfrm>
              <a:off x="4346" y="1253"/>
              <a:ext cx="362"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j=5</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500"/>
                                        <p:tgtEl>
                                          <p:spTgt spid="3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0"/>
          <p:cNvSpPr txBox="1"/>
          <p:nvPr>
            <p:ph type="title"/>
          </p:nvPr>
        </p:nvSpPr>
        <p:spPr>
          <a:xfrm>
            <a:off x="457200" y="365125"/>
            <a:ext cx="7954962" cy="6381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Bài tập tổng kết</a:t>
            </a:r>
            <a:endParaRPr/>
          </a:p>
        </p:txBody>
      </p:sp>
      <p:sp>
        <p:nvSpPr>
          <p:cNvPr id="416" name="Google Shape;416;p30"/>
          <p:cNvSpPr txBox="1"/>
          <p:nvPr>
            <p:ph idx="1" type="body"/>
          </p:nvPr>
        </p:nvSpPr>
        <p:spPr>
          <a:xfrm>
            <a:off x="311150" y="1279525"/>
            <a:ext cx="8558212" cy="5211762"/>
          </a:xfrm>
          <a:prstGeom prst="rect">
            <a:avLst/>
          </a:prstGeom>
          <a:noFill/>
          <a:ln>
            <a:noFill/>
          </a:ln>
        </p:spPr>
        <p:txBody>
          <a:bodyPr anchorCtr="0" anchor="t" bIns="45700" lIns="91425" spcFirstLastPara="1" rIns="91425" wrap="square" tIns="45700">
            <a:noAutofit/>
          </a:bodyPr>
          <a:lstStyle/>
          <a:p>
            <a:pPr indent="-533400" lvl="0" marL="533400" rtl="0" algn="l">
              <a:lnSpc>
                <a:spcPct val="90000"/>
              </a:lnSpc>
              <a:spcBef>
                <a:spcPts val="0"/>
              </a:spcBef>
              <a:spcAft>
                <a:spcPts val="0"/>
              </a:spcAft>
              <a:buClr>
                <a:schemeClr val="dk1"/>
              </a:buClr>
              <a:buSzPts val="2800"/>
              <a:buAutoNum type="arabicPeriod"/>
            </a:pPr>
            <a:r>
              <a:rPr b="0" i="0" lang="en-US" sz="2800" u="none">
                <a:solidFill>
                  <a:schemeClr val="dk1"/>
                </a:solidFill>
                <a:latin typeface="Arial"/>
                <a:ea typeface="Arial"/>
                <a:cs typeface="Arial"/>
                <a:sym typeface="Arial"/>
              </a:rPr>
              <a:t>Tìm kiếm tuần tự khi DataType không so sánh được bằng phép toán ==, ví dụ DataType là một chuỗi ký tự hay cấu trúc </a:t>
            </a:r>
            <a:endParaRPr/>
          </a:p>
          <a:p>
            <a:pPr indent="-533400" lvl="0" marL="533400" rtl="0" algn="l">
              <a:lnSpc>
                <a:spcPct val="90000"/>
              </a:lnSpc>
              <a:spcBef>
                <a:spcPts val="1000"/>
              </a:spcBef>
              <a:spcAft>
                <a:spcPts val="0"/>
              </a:spcAft>
              <a:buClr>
                <a:schemeClr val="dk1"/>
              </a:buClr>
              <a:buSzPts val="2800"/>
              <a:buAutoNum type="arabicPeriod"/>
            </a:pPr>
            <a:r>
              <a:rPr b="0" i="0" lang="en-US" sz="2800" u="none">
                <a:solidFill>
                  <a:schemeClr val="dk1"/>
                </a:solidFill>
                <a:latin typeface="Arial"/>
                <a:ea typeface="Arial"/>
                <a:cs typeface="Arial"/>
                <a:sym typeface="Arial"/>
              </a:rPr>
              <a:t>Hàm Locate: Output: Nếu tìm thấy trả về vị trí của phần tử tìm được đầu tiên, ngược lại trả về -1</a:t>
            </a:r>
            <a:endParaRPr/>
          </a:p>
          <a:p>
            <a:pPr indent="-533400" lvl="0" marL="533400" rtl="0" algn="l">
              <a:lnSpc>
                <a:spcPct val="90000"/>
              </a:lnSpc>
              <a:spcBef>
                <a:spcPts val="1000"/>
              </a:spcBef>
              <a:spcAft>
                <a:spcPts val="0"/>
              </a:spcAft>
              <a:buClr>
                <a:schemeClr val="dk1"/>
              </a:buClr>
              <a:buSzPts val="2800"/>
              <a:buAutoNum type="arabicPeriod"/>
            </a:pPr>
            <a:r>
              <a:rPr b="0" i="0" lang="en-US" sz="2800" u="none">
                <a:solidFill>
                  <a:schemeClr val="dk1"/>
                </a:solidFill>
                <a:latin typeface="Arial"/>
                <a:ea typeface="Arial"/>
                <a:cs typeface="Arial"/>
                <a:sym typeface="Arial"/>
              </a:rPr>
              <a:t>Tìm giá trị trong một ma trận các giá trị.</a:t>
            </a:r>
            <a:endParaRPr/>
          </a:p>
          <a:p>
            <a:pPr indent="-533400" lvl="0" marL="533400" rtl="0" algn="l">
              <a:lnSpc>
                <a:spcPct val="90000"/>
              </a:lnSpc>
              <a:spcBef>
                <a:spcPts val="1000"/>
              </a:spcBef>
              <a:spcAft>
                <a:spcPts val="0"/>
              </a:spcAft>
              <a:buClr>
                <a:schemeClr val="dk1"/>
              </a:buClr>
              <a:buSzPts val="2800"/>
              <a:buAutoNum type="arabicPeriod"/>
            </a:pPr>
            <a:r>
              <a:rPr b="0" i="0" lang="en-US" sz="2800" u="none">
                <a:solidFill>
                  <a:schemeClr val="dk1"/>
                </a:solidFill>
                <a:latin typeface="Arial"/>
                <a:ea typeface="Arial"/>
                <a:cs typeface="Arial"/>
                <a:sym typeface="Arial"/>
              </a:rPr>
              <a:t>Tìm một mẩu tin R có khóa K trong một mảng các cấu trúc</a:t>
            </a:r>
            <a:endParaRPr/>
          </a:p>
          <a:p>
            <a:pPr indent="-533400" lvl="0" marL="533400" rtl="0" algn="l">
              <a:lnSpc>
                <a:spcPct val="90000"/>
              </a:lnSpc>
              <a:spcBef>
                <a:spcPts val="1000"/>
              </a:spcBef>
              <a:spcAft>
                <a:spcPts val="0"/>
              </a:spcAft>
              <a:buClr>
                <a:schemeClr val="dk1"/>
              </a:buClr>
              <a:buSzPts val="2800"/>
              <a:buAutoNum type="arabicPeriod"/>
            </a:pPr>
            <a:r>
              <a:rPr b="0" i="0" lang="en-US" sz="2800" u="none">
                <a:solidFill>
                  <a:schemeClr val="dk1"/>
                </a:solidFill>
                <a:latin typeface="Arial"/>
                <a:ea typeface="Arial"/>
                <a:cs typeface="Arial"/>
                <a:sym typeface="Arial"/>
              </a:rPr>
              <a:t>Tìm kiếm tam phân</a:t>
            </a:r>
            <a:endParaRPr/>
          </a:p>
          <a:p>
            <a:pPr indent="-533400" lvl="0" marL="533400" rtl="0" algn="l">
              <a:lnSpc>
                <a:spcPct val="90000"/>
              </a:lnSpc>
              <a:spcBef>
                <a:spcPts val="1000"/>
              </a:spcBef>
              <a:spcAft>
                <a:spcPts val="0"/>
              </a:spcAft>
              <a:buClr>
                <a:schemeClr val="dk1"/>
              </a:buClr>
              <a:buSzPts val="2800"/>
              <a:buAutoNum type="arabicPeriod"/>
            </a:pPr>
            <a:r>
              <a:rPr b="0" i="0" lang="en-US" sz="2800" u="none">
                <a:solidFill>
                  <a:schemeClr val="dk1"/>
                </a:solidFill>
                <a:latin typeface="Arial"/>
                <a:ea typeface="Arial"/>
                <a:cs typeface="Arial"/>
                <a:sym typeface="Arial"/>
              </a:rPr>
              <a:t>Tìm kiếm nhị phân một mẩu tin R có khóa K trong một mảng các cấu trúc đã sắp thứ tự theo khóa</a:t>
            </a:r>
            <a:endParaRPr/>
          </a:p>
          <a:p>
            <a:pPr indent="-50800" lvl="0" marL="228600" rtl="0" algn="l">
              <a:lnSpc>
                <a:spcPct val="90000"/>
              </a:lnSpc>
              <a:spcBef>
                <a:spcPts val="1000"/>
              </a:spcBef>
              <a:spcAft>
                <a:spcPts val="0"/>
              </a:spcAft>
              <a:buClr>
                <a:schemeClr val="dk1"/>
              </a:buClr>
              <a:buSzPts val="2800"/>
              <a:buNone/>
            </a:pPr>
            <a:r>
              <a:t/>
            </a:r>
            <a:endParaRPr b="0" i="0" sz="2800" u="none">
              <a:solidFill>
                <a:schemeClr val="dk1"/>
              </a:solidFill>
              <a:latin typeface="Arial"/>
              <a:ea typeface="Arial"/>
              <a:cs typeface="Arial"/>
              <a:sym typeface="Arial"/>
            </a:endParaRPr>
          </a:p>
        </p:txBody>
      </p:sp>
      <p:sp>
        <p:nvSpPr>
          <p:cNvPr id="417" name="Google Shape;417;p30"/>
          <p:cNvSpPr txBox="1"/>
          <p:nvPr/>
        </p:nvSpPr>
        <p:spPr>
          <a:xfrm>
            <a:off x="474662" y="31750"/>
            <a:ext cx="7772400" cy="2333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1"/>
          <p:cNvSpPr txBox="1"/>
          <p:nvPr>
            <p:ph type="title"/>
          </p:nvPr>
        </p:nvSpPr>
        <p:spPr>
          <a:xfrm>
            <a:off x="457200" y="365125"/>
            <a:ext cx="7954962" cy="6381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Bài tập tổng kết</a:t>
            </a:r>
            <a:endParaRPr/>
          </a:p>
        </p:txBody>
      </p:sp>
      <p:sp>
        <p:nvSpPr>
          <p:cNvPr id="423" name="Google Shape;423;p31"/>
          <p:cNvSpPr txBox="1"/>
          <p:nvPr>
            <p:ph idx="1" type="body"/>
          </p:nvPr>
        </p:nvSpPr>
        <p:spPr>
          <a:xfrm>
            <a:off x="457200" y="1279525"/>
            <a:ext cx="8412162" cy="5211762"/>
          </a:xfrm>
          <a:prstGeom prst="rect">
            <a:avLst/>
          </a:prstGeom>
          <a:noFill/>
          <a:ln>
            <a:noFill/>
          </a:ln>
        </p:spPr>
        <p:txBody>
          <a:bodyPr anchorCtr="0" anchor="t" bIns="45700" lIns="91425" spcFirstLastPara="1" rIns="91425" wrap="square" tIns="45700">
            <a:noAutofit/>
          </a:bodyPr>
          <a:lstStyle/>
          <a:p>
            <a:pPr indent="-533400" lvl="0" marL="533400" rtl="0" algn="l">
              <a:lnSpc>
                <a:spcPct val="80000"/>
              </a:lnSpc>
              <a:spcBef>
                <a:spcPts val="0"/>
              </a:spcBef>
              <a:spcAft>
                <a:spcPts val="0"/>
              </a:spcAft>
              <a:buClr>
                <a:schemeClr val="dk1"/>
              </a:buClr>
              <a:buSzPts val="2800"/>
              <a:buFont typeface="Arial"/>
              <a:buAutoNum type="arabicPeriod" startAt="7"/>
            </a:pPr>
            <a:r>
              <a:rPr b="0" i="0" lang="en-US" sz="2800" u="none">
                <a:solidFill>
                  <a:schemeClr val="dk1"/>
                </a:solidFill>
                <a:latin typeface="Arial"/>
                <a:ea typeface="Arial"/>
                <a:cs typeface="Arial"/>
                <a:sym typeface="Arial"/>
              </a:rPr>
              <a:t>Sắp xếp mảng n phần tử mà DataType là chuỗi ký tự</a:t>
            </a:r>
            <a:endParaRPr/>
          </a:p>
          <a:p>
            <a:pPr indent="-533400" lvl="0" marL="533400" rtl="0" algn="l">
              <a:lnSpc>
                <a:spcPct val="80000"/>
              </a:lnSpc>
              <a:spcBef>
                <a:spcPts val="1000"/>
              </a:spcBef>
              <a:spcAft>
                <a:spcPts val="0"/>
              </a:spcAft>
              <a:buClr>
                <a:schemeClr val="dk1"/>
              </a:buClr>
              <a:buSzPts val="2800"/>
              <a:buFont typeface="Arial"/>
              <a:buAutoNum type="arabicPeriod" startAt="7"/>
            </a:pPr>
            <a:r>
              <a:rPr b="0" i="0" lang="en-US" sz="2800" u="none">
                <a:solidFill>
                  <a:schemeClr val="dk1"/>
                </a:solidFill>
                <a:latin typeface="Arial"/>
                <a:ea typeface="Arial"/>
                <a:cs typeface="Arial"/>
                <a:sym typeface="Arial"/>
              </a:rPr>
              <a:t>Cho mỗi sinh viên được biểu diễn bởi một cấu trúc bao gồm các trường MSSV (int), HoTen (char 25), Ten (char 10) và DiemTBTL (float).</a:t>
            </a:r>
            <a:endParaRPr/>
          </a:p>
          <a:p>
            <a:pPr indent="-457200" lvl="1" marL="914400" rtl="0" algn="l">
              <a:lnSpc>
                <a:spcPct val="80000"/>
              </a:lnSpc>
              <a:spcBef>
                <a:spcPts val="500"/>
              </a:spcBef>
              <a:spcAft>
                <a:spcPts val="0"/>
              </a:spcAft>
              <a:buClr>
                <a:schemeClr val="dk1"/>
              </a:buClr>
              <a:buSzPts val="1920"/>
              <a:buFont typeface="Arial"/>
              <a:buAutoNum type="arabicPeriod"/>
            </a:pPr>
            <a:r>
              <a:rPr b="0" i="0" lang="en-US" sz="2400" u="none">
                <a:solidFill>
                  <a:schemeClr val="dk1"/>
                </a:solidFill>
                <a:latin typeface="Arial"/>
                <a:ea typeface="Arial"/>
                <a:cs typeface="Arial"/>
                <a:sym typeface="Arial"/>
              </a:rPr>
              <a:t>Viết hàm cho phép nhập vào n sinh viên (không phải nhập thông tin cho trường Ten )</a:t>
            </a:r>
            <a:endParaRPr/>
          </a:p>
          <a:p>
            <a:pPr indent="-457200" lvl="1" marL="914400" rtl="0" algn="l">
              <a:lnSpc>
                <a:spcPct val="80000"/>
              </a:lnSpc>
              <a:spcBef>
                <a:spcPts val="500"/>
              </a:spcBef>
              <a:spcAft>
                <a:spcPts val="0"/>
              </a:spcAft>
              <a:buClr>
                <a:schemeClr val="dk1"/>
              </a:buClr>
              <a:buSzPts val="1920"/>
              <a:buFont typeface="Arial"/>
              <a:buAutoNum type="arabicPeriod"/>
            </a:pPr>
            <a:r>
              <a:rPr b="0" i="0" lang="en-US" sz="2400" u="none">
                <a:solidFill>
                  <a:schemeClr val="dk1"/>
                </a:solidFill>
                <a:latin typeface="Arial"/>
                <a:ea typeface="Arial"/>
                <a:cs typeface="Arial"/>
                <a:sym typeface="Arial"/>
              </a:rPr>
              <a:t>Viết hàm sắp xếp mảng các sinh viên theo thứ tự tăng của MSSV</a:t>
            </a:r>
            <a:endParaRPr/>
          </a:p>
          <a:p>
            <a:pPr indent="-457200" lvl="1" marL="914400" rtl="0" algn="l">
              <a:lnSpc>
                <a:spcPct val="80000"/>
              </a:lnSpc>
              <a:spcBef>
                <a:spcPts val="500"/>
              </a:spcBef>
              <a:spcAft>
                <a:spcPts val="0"/>
              </a:spcAft>
              <a:buClr>
                <a:schemeClr val="dk1"/>
              </a:buClr>
              <a:buSzPts val="1920"/>
              <a:buFont typeface="Arial"/>
              <a:buAutoNum type="arabicPeriod"/>
            </a:pPr>
            <a:r>
              <a:rPr b="0" i="0" lang="en-US" sz="2400" u="none">
                <a:solidFill>
                  <a:schemeClr val="dk1"/>
                </a:solidFill>
                <a:latin typeface="Arial"/>
                <a:ea typeface="Arial"/>
                <a:cs typeface="Arial"/>
                <a:sym typeface="Arial"/>
              </a:rPr>
              <a:t>Viết hàm sắp xếp mảng các sinh viên theo thứ tự giảm của DiemTBTL</a:t>
            </a:r>
            <a:endParaRPr/>
          </a:p>
          <a:p>
            <a:pPr indent="-457200" lvl="1" marL="914400" rtl="0" algn="l">
              <a:lnSpc>
                <a:spcPct val="80000"/>
              </a:lnSpc>
              <a:spcBef>
                <a:spcPts val="500"/>
              </a:spcBef>
              <a:spcAft>
                <a:spcPts val="0"/>
              </a:spcAft>
              <a:buClr>
                <a:schemeClr val="dk1"/>
              </a:buClr>
              <a:buSzPts val="1920"/>
              <a:buFont typeface="Arial"/>
              <a:buAutoNum type="arabicPeriod"/>
            </a:pPr>
            <a:r>
              <a:rPr b="0" i="0" lang="en-US" sz="2400" u="none">
                <a:solidFill>
                  <a:schemeClr val="dk1"/>
                </a:solidFill>
                <a:latin typeface="Arial"/>
                <a:ea typeface="Arial"/>
                <a:cs typeface="Arial"/>
                <a:sym typeface="Arial"/>
              </a:rPr>
              <a:t>Viết hàm tách tên của tất cả các SV ghi vào trong trường Ten.</a:t>
            </a:r>
            <a:endParaRPr/>
          </a:p>
          <a:p>
            <a:pPr indent="-457200" lvl="1" marL="914400" rtl="0" algn="l">
              <a:lnSpc>
                <a:spcPct val="80000"/>
              </a:lnSpc>
              <a:spcBef>
                <a:spcPts val="500"/>
              </a:spcBef>
              <a:spcAft>
                <a:spcPts val="0"/>
              </a:spcAft>
              <a:buClr>
                <a:schemeClr val="dk1"/>
              </a:buClr>
              <a:buSzPts val="1920"/>
              <a:buFont typeface="Arial"/>
              <a:buAutoNum type="arabicPeriod"/>
            </a:pPr>
            <a:r>
              <a:rPr b="0" i="0" lang="en-US" sz="2400" u="none">
                <a:solidFill>
                  <a:schemeClr val="dk1"/>
                </a:solidFill>
                <a:latin typeface="Arial"/>
                <a:ea typeface="Arial"/>
                <a:cs typeface="Arial"/>
                <a:sym typeface="Arial"/>
              </a:rPr>
              <a:t>Viết hàm sắp xếp mảng các sinh viên theo thứ tự tăng của Ten</a:t>
            </a:r>
            <a:endParaRPr/>
          </a:p>
        </p:txBody>
      </p:sp>
      <p:sp>
        <p:nvSpPr>
          <p:cNvPr id="424" name="Google Shape;424;p31"/>
          <p:cNvSpPr txBox="1"/>
          <p:nvPr/>
        </p:nvSpPr>
        <p:spPr>
          <a:xfrm>
            <a:off x="474662" y="31750"/>
            <a:ext cx="7772400" cy="2333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32"/>
          <p:cNvSpPr txBox="1"/>
          <p:nvPr>
            <p:ph type="ctrTitle"/>
          </p:nvPr>
        </p:nvSpPr>
        <p:spPr>
          <a:xfrm>
            <a:off x="1554162" y="4043362"/>
            <a:ext cx="7524750" cy="62865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None/>
            </a:pPr>
            <a:r>
              <a:t/>
            </a:r>
            <a:endParaRPr sz="3200"/>
          </a:p>
        </p:txBody>
      </p:sp>
    </p:spTree>
  </p:cSld>
  <p:clrMapOvr>
    <a:masterClrMapping/>
  </p:clrMapOvr>
</p:sld>
</file>

<file path=ppt/theme/theme1.xml><?xml version="1.0" encoding="utf-8"?>
<a:theme xmlns:a="http://schemas.openxmlformats.org/drawingml/2006/main" xmlns:r="http://schemas.openxmlformats.org/officeDocument/2006/relationships" name="2_t2">
  <a:themeElements>
    <a:clrScheme name="t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5_Office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3_t2">
  <a:themeElements>
    <a:clrScheme name="t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Office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1_Office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2014-12-01T14:39:04Z</dcterms:created>
  <dc:creator>Tran Cong AN</dc:creator>
</cp:coreProperties>
</file>